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86" r:id="rId2"/>
  </p:sldMasterIdLst>
  <p:notesMasterIdLst>
    <p:notesMasterId r:id="rId15"/>
  </p:notesMasterIdLst>
  <p:sldIdLst>
    <p:sldId id="2076136747" r:id="rId3"/>
    <p:sldId id="2076137280" r:id="rId4"/>
    <p:sldId id="2076137209" r:id="rId5"/>
    <p:sldId id="2076137288" r:id="rId6"/>
    <p:sldId id="2076137287" r:id="rId7"/>
    <p:sldId id="2076137289" r:id="rId8"/>
    <p:sldId id="2076137210" r:id="rId9"/>
    <p:sldId id="3192" r:id="rId10"/>
    <p:sldId id="2076137283" r:id="rId11"/>
    <p:sldId id="2076137284" r:id="rId12"/>
    <p:sldId id="2076137211" r:id="rId13"/>
    <p:sldId id="207613712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A62D72-EE66-6506-A448-89DA9D32A1F6}" name="sunil jaiswal" initials="sj" userId="S::suniljaiswal@saviyntcloud.onmicrosoft.com::0e14a5e8-8ed5-47db-95c4-9e505c5d0112" providerId="AD"/>
  <p188:author id="{463EBFD5-83E0-4328-8BCB-615BCFD54CC5}" name="Kapil Bareja" initials="KB" userId="Kapil Barej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BD2F"/>
    <a:srgbClr val="14385F"/>
    <a:srgbClr val="00A3E0"/>
    <a:srgbClr val="C4D600"/>
    <a:srgbClr val="FDD300"/>
    <a:srgbClr val="FFDC69"/>
    <a:srgbClr val="84F8FE"/>
    <a:srgbClr val="E5E8EC"/>
    <a:srgbClr val="FFFFFF"/>
    <a:srgbClr val="A0D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77" autoAdjust="0"/>
    <p:restoredTop sz="96357" autoAdjust="0"/>
  </p:normalViewPr>
  <p:slideViewPr>
    <p:cSldViewPr snapToGrid="0">
      <p:cViewPr varScale="1">
        <p:scale>
          <a:sx n="75" d="100"/>
          <a:sy n="75" d="100"/>
        </p:scale>
        <p:origin x="532" y="48"/>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1B9AF-0BA8-495C-878A-25A739773F78}" type="datetimeFigureOut">
              <a:rPr lang="en-US" smtClean="0"/>
              <a:t>7/4/2025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C9D62-C27F-4B09-863A-3EA3FAC2304E}" type="slidenum">
              <a:rPr lang="en-US" smtClean="0"/>
              <a:t>‹#›</a:t>
            </a:fld>
            <a:endParaRPr lang="en-US"/>
          </a:p>
        </p:txBody>
      </p:sp>
    </p:spTree>
    <p:extLst>
      <p:ext uri="{BB962C8B-B14F-4D97-AF65-F5344CB8AC3E}">
        <p14:creationId xmlns:p14="http://schemas.microsoft.com/office/powerpoint/2010/main" val="3599962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15770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2C9D62-C27F-4B09-863A-3EA3FAC2304E}" type="slidenum">
              <a:rPr lang="en-US" smtClean="0"/>
              <a:t>2</a:t>
            </a:fld>
            <a:endParaRPr lang="en-US" dirty="0"/>
          </a:p>
        </p:txBody>
      </p:sp>
    </p:spTree>
    <p:extLst>
      <p:ext uri="{BB962C8B-B14F-4D97-AF65-F5344CB8AC3E}">
        <p14:creationId xmlns:p14="http://schemas.microsoft.com/office/powerpoint/2010/main" val="1703252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2C9D62-C27F-4B09-863A-3EA3FAC2304E}" type="slidenum">
              <a:rPr lang="en-US" smtClean="0"/>
              <a:t>3</a:t>
            </a:fld>
            <a:endParaRPr lang="en-US" dirty="0"/>
          </a:p>
        </p:txBody>
      </p:sp>
    </p:spTree>
    <p:extLst>
      <p:ext uri="{BB962C8B-B14F-4D97-AF65-F5344CB8AC3E}">
        <p14:creationId xmlns:p14="http://schemas.microsoft.com/office/powerpoint/2010/main" val="1197482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2C9D62-C27F-4B09-863A-3EA3FAC2304E}" type="slidenum">
              <a:rPr lang="en-US" smtClean="0"/>
              <a:t>7</a:t>
            </a:fld>
            <a:endParaRPr lang="en-US" dirty="0"/>
          </a:p>
        </p:txBody>
      </p:sp>
    </p:spTree>
    <p:extLst>
      <p:ext uri="{BB962C8B-B14F-4D97-AF65-F5344CB8AC3E}">
        <p14:creationId xmlns:p14="http://schemas.microsoft.com/office/powerpoint/2010/main" val="199649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7C3D0-EE61-4423-A6D0-5E39E18136B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2880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7C3D0-EE61-4423-A6D0-5E39E18136B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6411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151326" y="6304610"/>
            <a:ext cx="838200" cy="365760"/>
          </a:xfrm>
          <a:solidFill>
            <a:srgbClr val="14385F"/>
          </a:solidFill>
        </p:spPr>
        <p:txBody>
          <a:bodyPr/>
          <a:lstStyle/>
          <a:p>
            <a:fld id="{6BBD9B5C-EF45-4DCF-9BF4-C71DB32B8341}" type="slidenum">
              <a:rPr lang="en-US" smtClean="0"/>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a:solidFill>
            <a:srgbClr val="14385F"/>
          </a:solidFill>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24655D5-B41C-4A0C-8547-48E6C220DC75}"/>
              </a:ext>
            </a:extLst>
          </p:cNvPr>
          <p:cNvCxnSpPr>
            <a:cxnSpLocks/>
          </p:cNvCxnSpPr>
          <p:nvPr/>
        </p:nvCxnSpPr>
        <p:spPr>
          <a:xfrm>
            <a:off x="11121390" y="6296303"/>
            <a:ext cx="127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70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solidFill>
            <a:srgbClr val="14385F"/>
          </a:solidFill>
        </p:spPr>
        <p:txBody>
          <a:bodyPr/>
          <a:lstStyle/>
          <a:p>
            <a:fld id="{6BBD9B5C-EF45-4DCF-9BF4-C71DB32B8341}" type="slidenum">
              <a:rPr lang="en-US" smtClean="0"/>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a:solidFill>
            <a:srgbClr val="14385F"/>
          </a:solidFill>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24655D5-B41C-4A0C-8547-48E6C220DC75}"/>
              </a:ext>
            </a:extLst>
          </p:cNvPr>
          <p:cNvCxnSpPr>
            <a:cxnSpLocks/>
          </p:cNvCxnSpPr>
          <p:nvPr userDrawn="1"/>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73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rgbClr val="14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C3F42789-AC54-49A7-9D07-3984981B514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954" r="86556" b="41261"/>
          <a:stretch/>
        </p:blipFill>
        <p:spPr>
          <a:xfrm>
            <a:off x="4511499" y="1"/>
            <a:ext cx="7680501" cy="6858000"/>
          </a:xfrm>
          <a:prstGeom prst="rect">
            <a:avLst/>
          </a:prstGeom>
          <a:effectLst>
            <a:innerShdw blurRad="635000" dist="50800" dir="8100000">
              <a:prstClr val="black">
                <a:alpha val="40000"/>
              </a:prstClr>
            </a:innerShdw>
          </a:effectLst>
        </p:spPr>
      </p:pic>
      <p:sp>
        <p:nvSpPr>
          <p:cNvPr id="2" name="Title 1"/>
          <p:cNvSpPr>
            <a:spLocks noGrp="1"/>
          </p:cNvSpPr>
          <p:nvPr>
            <p:ph type="ctrTitle"/>
          </p:nvPr>
        </p:nvSpPr>
        <p:spPr>
          <a:xfrm>
            <a:off x="1061720" y="2840097"/>
            <a:ext cx="7479553" cy="1689565"/>
          </a:xfrm>
        </p:spPr>
        <p:txBody>
          <a:bodyPr lIns="0" tIns="0" rIns="0" bIns="0" anchor="b">
            <a:noAutofit/>
          </a:bodyPr>
          <a:lstStyle>
            <a:lvl1pPr algn="l">
              <a:lnSpc>
                <a:spcPct val="83000"/>
              </a:lnSpc>
              <a:defRPr lang="en-US" sz="6600" b="0" kern="1200" cap="none" spc="-100" baseline="0" dirty="0">
                <a:solidFill>
                  <a:srgbClr val="F7941D"/>
                </a:solidFill>
                <a:effectLst/>
                <a:latin typeface="Rubik Light" panose="00000400000000000000" pitchFamily="2" charset="-79"/>
                <a:ea typeface="+mn-ea"/>
                <a:cs typeface="Rubik Light" panose="00000400000000000000" pitchFamily="2" charset="-79"/>
              </a:defRPr>
            </a:lvl1pPr>
          </a:lstStyle>
          <a:p>
            <a:r>
              <a:rPr lang="en-US" dirty="0"/>
              <a:t>Click to edit Master title style</a:t>
            </a:r>
          </a:p>
        </p:txBody>
      </p:sp>
      <p:sp>
        <p:nvSpPr>
          <p:cNvPr id="3" name="Subtitle 2"/>
          <p:cNvSpPr>
            <a:spLocks noGrp="1"/>
          </p:cNvSpPr>
          <p:nvPr>
            <p:ph type="subTitle" idx="1"/>
          </p:nvPr>
        </p:nvSpPr>
        <p:spPr>
          <a:xfrm>
            <a:off x="1061720" y="4739212"/>
            <a:ext cx="7482107" cy="276999"/>
          </a:xfrm>
        </p:spPr>
        <p:txBody>
          <a:bodyPr lIns="0" tIns="0" rIns="0" bIns="0">
            <a:noAutofit/>
          </a:bodyPr>
          <a:lstStyle>
            <a:lvl1pPr marL="0" indent="0" algn="l">
              <a:spcBef>
                <a:spcPts val="0"/>
              </a:spcBef>
              <a:buNone/>
              <a:defRPr sz="1800" b="1" spc="80" baseline="0">
                <a:solidFill>
                  <a:schemeClr val="bg1"/>
                </a:solidFill>
                <a:latin typeface="Rubik" panose="00000500000000000000" pitchFamily="2" charset="-79"/>
                <a:cs typeface="Rubik" panose="00000500000000000000" pitchFamily="2" charset="-79"/>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Rectangle 15">
            <a:extLst>
              <a:ext uri="{FF2B5EF4-FFF2-40B4-BE49-F238E27FC236}">
                <a16:creationId xmlns:a16="http://schemas.microsoft.com/office/drawing/2014/main" id="{079111EA-F651-4C33-9691-56304EEBC6A8}"/>
              </a:ext>
            </a:extLst>
          </p:cNvPr>
          <p:cNvSpPr/>
          <p:nvPr/>
        </p:nvSpPr>
        <p:spPr>
          <a:xfrm>
            <a:off x="1061720" y="4555067"/>
            <a:ext cx="605155" cy="50792"/>
          </a:xfrm>
          <a:prstGeom prst="rect">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15807119-6DAF-4AB8-82F0-D05EF1C4AED4}"/>
              </a:ext>
            </a:extLst>
          </p:cNvPr>
          <p:cNvSpPr/>
          <p:nvPr/>
        </p:nvSpPr>
        <p:spPr>
          <a:xfrm>
            <a:off x="8444753" y="507207"/>
            <a:ext cx="1764111" cy="1737623"/>
          </a:xfrm>
          <a:custGeom>
            <a:avLst/>
            <a:gdLst>
              <a:gd name="connsiteX0" fmla="*/ 1554329 w 1554329"/>
              <a:gd name="connsiteY0" fmla="*/ 1232524 h 1530991"/>
              <a:gd name="connsiteX1" fmla="*/ 1554329 w 1554329"/>
              <a:gd name="connsiteY1" fmla="*/ 1457856 h 1530991"/>
              <a:gd name="connsiteX2" fmla="*/ 1481194 w 1554329"/>
              <a:gd name="connsiteY2" fmla="*/ 1530991 h 1530991"/>
              <a:gd name="connsiteX3" fmla="*/ 1255862 w 1554329"/>
              <a:gd name="connsiteY3" fmla="*/ 1530991 h 1530991"/>
              <a:gd name="connsiteX4" fmla="*/ 1554329 w 1554329"/>
              <a:gd name="connsiteY4" fmla="*/ 780647 h 1530991"/>
              <a:gd name="connsiteX5" fmla="*/ 1554329 w 1554329"/>
              <a:gd name="connsiteY5" fmla="*/ 1003534 h 1530991"/>
              <a:gd name="connsiteX6" fmla="*/ 1026872 w 1554329"/>
              <a:gd name="connsiteY6" fmla="*/ 1530991 h 1530991"/>
              <a:gd name="connsiteX7" fmla="*/ 803985 w 1554329"/>
              <a:gd name="connsiteY7" fmla="*/ 1530991 h 1530991"/>
              <a:gd name="connsiteX8" fmla="*/ 1554329 w 1554329"/>
              <a:gd name="connsiteY8" fmla="*/ 328768 h 1530991"/>
              <a:gd name="connsiteX9" fmla="*/ 1554329 w 1554329"/>
              <a:gd name="connsiteY9" fmla="*/ 551657 h 1530991"/>
              <a:gd name="connsiteX10" fmla="*/ 574996 w 1554329"/>
              <a:gd name="connsiteY10" fmla="*/ 1530991 h 1530991"/>
              <a:gd name="connsiteX11" fmla="*/ 352106 w 1554329"/>
              <a:gd name="connsiteY11" fmla="*/ 1530991 h 1530991"/>
              <a:gd name="connsiteX12" fmla="*/ 1431216 w 1554329"/>
              <a:gd name="connsiteY12" fmla="*/ 0 h 1530991"/>
              <a:gd name="connsiteX13" fmla="*/ 1481194 w 1554329"/>
              <a:gd name="connsiteY13" fmla="*/ 0 h 1530991"/>
              <a:gd name="connsiteX14" fmla="*/ 1554329 w 1554329"/>
              <a:gd name="connsiteY14" fmla="*/ 73135 h 1530991"/>
              <a:gd name="connsiteX15" fmla="*/ 1554329 w 1554329"/>
              <a:gd name="connsiteY15" fmla="*/ 99778 h 1530991"/>
              <a:gd name="connsiteX16" fmla="*/ 123117 w 1554329"/>
              <a:gd name="connsiteY16" fmla="*/ 1530991 h 1530991"/>
              <a:gd name="connsiteX17" fmla="*/ 73135 w 1554329"/>
              <a:gd name="connsiteY17" fmla="*/ 1530991 h 1530991"/>
              <a:gd name="connsiteX18" fmla="*/ 0 w 1554329"/>
              <a:gd name="connsiteY18" fmla="*/ 1457856 h 1530991"/>
              <a:gd name="connsiteX19" fmla="*/ 0 w 1554329"/>
              <a:gd name="connsiteY19" fmla="*/ 1431217 h 1530991"/>
              <a:gd name="connsiteX20" fmla="*/ 979338 w 1554329"/>
              <a:gd name="connsiteY20" fmla="*/ 0 h 1530991"/>
              <a:gd name="connsiteX21" fmla="*/ 1202227 w 1554329"/>
              <a:gd name="connsiteY21" fmla="*/ 0 h 1530991"/>
              <a:gd name="connsiteX22" fmla="*/ 0 w 1554329"/>
              <a:gd name="connsiteY22" fmla="*/ 1202228 h 1530991"/>
              <a:gd name="connsiteX23" fmla="*/ 0 w 1554329"/>
              <a:gd name="connsiteY23" fmla="*/ 979338 h 1530991"/>
              <a:gd name="connsiteX24" fmla="*/ 527458 w 1554329"/>
              <a:gd name="connsiteY24" fmla="*/ 0 h 1530991"/>
              <a:gd name="connsiteX25" fmla="*/ 750348 w 1554329"/>
              <a:gd name="connsiteY25" fmla="*/ 0 h 1530991"/>
              <a:gd name="connsiteX26" fmla="*/ 0 w 1554329"/>
              <a:gd name="connsiteY26" fmla="*/ 750349 h 1530991"/>
              <a:gd name="connsiteX27" fmla="*/ 0 w 1554329"/>
              <a:gd name="connsiteY27" fmla="*/ 527458 h 1530991"/>
              <a:gd name="connsiteX28" fmla="*/ 73135 w 1554329"/>
              <a:gd name="connsiteY28" fmla="*/ 0 h 1530991"/>
              <a:gd name="connsiteX29" fmla="*/ 298469 w 1554329"/>
              <a:gd name="connsiteY29" fmla="*/ 0 h 1530991"/>
              <a:gd name="connsiteX30" fmla="*/ 0 w 1554329"/>
              <a:gd name="connsiteY30" fmla="*/ 298469 h 1530991"/>
              <a:gd name="connsiteX31" fmla="*/ 0 w 1554329"/>
              <a:gd name="connsiteY31" fmla="*/ 73135 h 1530991"/>
              <a:gd name="connsiteX32" fmla="*/ 73135 w 1554329"/>
              <a:gd name="connsiteY32" fmla="*/ 0 h 1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54329" h="1530991">
                <a:moveTo>
                  <a:pt x="1554329" y="1232524"/>
                </a:moveTo>
                <a:lnTo>
                  <a:pt x="1554329" y="1457856"/>
                </a:lnTo>
                <a:cubicBezTo>
                  <a:pt x="1554329" y="1498247"/>
                  <a:pt x="1521585" y="1530991"/>
                  <a:pt x="1481194" y="1530991"/>
                </a:cubicBezTo>
                <a:lnTo>
                  <a:pt x="1255862" y="1530991"/>
                </a:lnTo>
                <a:close/>
                <a:moveTo>
                  <a:pt x="1554329" y="780647"/>
                </a:moveTo>
                <a:lnTo>
                  <a:pt x="1554329" y="1003534"/>
                </a:lnTo>
                <a:lnTo>
                  <a:pt x="1026872" y="1530991"/>
                </a:lnTo>
                <a:lnTo>
                  <a:pt x="803985" y="1530991"/>
                </a:lnTo>
                <a:close/>
                <a:moveTo>
                  <a:pt x="1554329" y="328768"/>
                </a:moveTo>
                <a:lnTo>
                  <a:pt x="1554329" y="551657"/>
                </a:lnTo>
                <a:lnTo>
                  <a:pt x="574996" y="1530991"/>
                </a:lnTo>
                <a:lnTo>
                  <a:pt x="352106" y="1530991"/>
                </a:lnTo>
                <a:close/>
                <a:moveTo>
                  <a:pt x="1431216" y="0"/>
                </a:moveTo>
                <a:lnTo>
                  <a:pt x="1481194" y="0"/>
                </a:lnTo>
                <a:cubicBezTo>
                  <a:pt x="1521585" y="0"/>
                  <a:pt x="1554329" y="32744"/>
                  <a:pt x="1554329" y="73135"/>
                </a:cubicBezTo>
                <a:lnTo>
                  <a:pt x="1554329" y="99778"/>
                </a:lnTo>
                <a:lnTo>
                  <a:pt x="123117" y="1530991"/>
                </a:lnTo>
                <a:lnTo>
                  <a:pt x="73135" y="1530991"/>
                </a:lnTo>
                <a:cubicBezTo>
                  <a:pt x="32744" y="1530991"/>
                  <a:pt x="0" y="1498247"/>
                  <a:pt x="0" y="1457856"/>
                </a:cubicBezTo>
                <a:lnTo>
                  <a:pt x="0" y="1431217"/>
                </a:lnTo>
                <a:close/>
                <a:moveTo>
                  <a:pt x="979338" y="0"/>
                </a:moveTo>
                <a:lnTo>
                  <a:pt x="1202227" y="0"/>
                </a:lnTo>
                <a:lnTo>
                  <a:pt x="0" y="1202228"/>
                </a:lnTo>
                <a:lnTo>
                  <a:pt x="0" y="979338"/>
                </a:lnTo>
                <a:close/>
                <a:moveTo>
                  <a:pt x="527458" y="0"/>
                </a:moveTo>
                <a:lnTo>
                  <a:pt x="750348"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0F2446"/>
          </a:solidFill>
          <a:ln w="6761" cap="flat">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39" name="Freeform: Shape 38">
            <a:extLst>
              <a:ext uri="{FF2B5EF4-FFF2-40B4-BE49-F238E27FC236}">
                <a16:creationId xmlns:a16="http://schemas.microsoft.com/office/drawing/2014/main" id="{C155ED93-43FD-4706-965C-C8437945421B}"/>
              </a:ext>
            </a:extLst>
          </p:cNvPr>
          <p:cNvSpPr/>
          <p:nvPr/>
        </p:nvSpPr>
        <p:spPr>
          <a:xfrm>
            <a:off x="5649778" y="5587996"/>
            <a:ext cx="1014300" cy="999070"/>
          </a:xfrm>
          <a:custGeom>
            <a:avLst/>
            <a:gdLst>
              <a:gd name="connsiteX0" fmla="*/ 1554329 w 1554329"/>
              <a:gd name="connsiteY0" fmla="*/ 1232524 h 1530991"/>
              <a:gd name="connsiteX1" fmla="*/ 1554329 w 1554329"/>
              <a:gd name="connsiteY1" fmla="*/ 1457856 h 1530991"/>
              <a:gd name="connsiteX2" fmla="*/ 1481194 w 1554329"/>
              <a:gd name="connsiteY2" fmla="*/ 1530991 h 1530991"/>
              <a:gd name="connsiteX3" fmla="*/ 1255862 w 1554329"/>
              <a:gd name="connsiteY3" fmla="*/ 1530991 h 1530991"/>
              <a:gd name="connsiteX4" fmla="*/ 1554329 w 1554329"/>
              <a:gd name="connsiteY4" fmla="*/ 780647 h 1530991"/>
              <a:gd name="connsiteX5" fmla="*/ 1554329 w 1554329"/>
              <a:gd name="connsiteY5" fmla="*/ 1003535 h 1530991"/>
              <a:gd name="connsiteX6" fmla="*/ 1026873 w 1554329"/>
              <a:gd name="connsiteY6" fmla="*/ 1530991 h 1530991"/>
              <a:gd name="connsiteX7" fmla="*/ 803985 w 1554329"/>
              <a:gd name="connsiteY7" fmla="*/ 1530991 h 1530991"/>
              <a:gd name="connsiteX8" fmla="*/ 1554329 w 1554329"/>
              <a:gd name="connsiteY8" fmla="*/ 328768 h 1530991"/>
              <a:gd name="connsiteX9" fmla="*/ 1554329 w 1554329"/>
              <a:gd name="connsiteY9" fmla="*/ 551658 h 1530991"/>
              <a:gd name="connsiteX10" fmla="*/ 574996 w 1554329"/>
              <a:gd name="connsiteY10" fmla="*/ 1530991 h 1530991"/>
              <a:gd name="connsiteX11" fmla="*/ 352106 w 1554329"/>
              <a:gd name="connsiteY11" fmla="*/ 1530991 h 1530991"/>
              <a:gd name="connsiteX12" fmla="*/ 1431217 w 1554329"/>
              <a:gd name="connsiteY12" fmla="*/ 0 h 1530991"/>
              <a:gd name="connsiteX13" fmla="*/ 1481194 w 1554329"/>
              <a:gd name="connsiteY13" fmla="*/ 0 h 1530991"/>
              <a:gd name="connsiteX14" fmla="*/ 1554329 w 1554329"/>
              <a:gd name="connsiteY14" fmla="*/ 73135 h 1530991"/>
              <a:gd name="connsiteX15" fmla="*/ 1554329 w 1554329"/>
              <a:gd name="connsiteY15" fmla="*/ 99779 h 1530991"/>
              <a:gd name="connsiteX16" fmla="*/ 123117 w 1554329"/>
              <a:gd name="connsiteY16" fmla="*/ 1530991 h 1530991"/>
              <a:gd name="connsiteX17" fmla="*/ 73135 w 1554329"/>
              <a:gd name="connsiteY17" fmla="*/ 1530991 h 1530991"/>
              <a:gd name="connsiteX18" fmla="*/ 0 w 1554329"/>
              <a:gd name="connsiteY18" fmla="*/ 1457856 h 1530991"/>
              <a:gd name="connsiteX19" fmla="*/ 0 w 1554329"/>
              <a:gd name="connsiteY19" fmla="*/ 1431217 h 1530991"/>
              <a:gd name="connsiteX20" fmla="*/ 979338 w 1554329"/>
              <a:gd name="connsiteY20" fmla="*/ 0 h 1530991"/>
              <a:gd name="connsiteX21" fmla="*/ 1202228 w 1554329"/>
              <a:gd name="connsiteY21" fmla="*/ 0 h 1530991"/>
              <a:gd name="connsiteX22" fmla="*/ 0 w 1554329"/>
              <a:gd name="connsiteY22" fmla="*/ 1202228 h 1530991"/>
              <a:gd name="connsiteX23" fmla="*/ 0 w 1554329"/>
              <a:gd name="connsiteY23" fmla="*/ 979338 h 1530991"/>
              <a:gd name="connsiteX24" fmla="*/ 527458 w 1554329"/>
              <a:gd name="connsiteY24" fmla="*/ 0 h 1530991"/>
              <a:gd name="connsiteX25" fmla="*/ 750349 w 1554329"/>
              <a:gd name="connsiteY25" fmla="*/ 0 h 1530991"/>
              <a:gd name="connsiteX26" fmla="*/ 0 w 1554329"/>
              <a:gd name="connsiteY26" fmla="*/ 750349 h 1530991"/>
              <a:gd name="connsiteX27" fmla="*/ 0 w 1554329"/>
              <a:gd name="connsiteY27" fmla="*/ 527458 h 1530991"/>
              <a:gd name="connsiteX28" fmla="*/ 73135 w 1554329"/>
              <a:gd name="connsiteY28" fmla="*/ 0 h 1530991"/>
              <a:gd name="connsiteX29" fmla="*/ 298469 w 1554329"/>
              <a:gd name="connsiteY29" fmla="*/ 0 h 1530991"/>
              <a:gd name="connsiteX30" fmla="*/ 0 w 1554329"/>
              <a:gd name="connsiteY30" fmla="*/ 298469 h 1530991"/>
              <a:gd name="connsiteX31" fmla="*/ 0 w 1554329"/>
              <a:gd name="connsiteY31" fmla="*/ 73135 h 1530991"/>
              <a:gd name="connsiteX32" fmla="*/ 73135 w 1554329"/>
              <a:gd name="connsiteY32" fmla="*/ 0 h 1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54329" h="1530991">
                <a:moveTo>
                  <a:pt x="1554329" y="1232524"/>
                </a:moveTo>
                <a:lnTo>
                  <a:pt x="1554329" y="1457856"/>
                </a:lnTo>
                <a:cubicBezTo>
                  <a:pt x="1554329" y="1498247"/>
                  <a:pt x="1521585" y="1530991"/>
                  <a:pt x="1481194" y="1530991"/>
                </a:cubicBezTo>
                <a:lnTo>
                  <a:pt x="1255862" y="1530991"/>
                </a:lnTo>
                <a:close/>
                <a:moveTo>
                  <a:pt x="1554329" y="780647"/>
                </a:moveTo>
                <a:lnTo>
                  <a:pt x="1554329" y="1003535"/>
                </a:lnTo>
                <a:lnTo>
                  <a:pt x="1026873" y="1530991"/>
                </a:lnTo>
                <a:lnTo>
                  <a:pt x="803985" y="1530991"/>
                </a:lnTo>
                <a:close/>
                <a:moveTo>
                  <a:pt x="1554329" y="328768"/>
                </a:moveTo>
                <a:lnTo>
                  <a:pt x="1554329" y="551658"/>
                </a:lnTo>
                <a:lnTo>
                  <a:pt x="574996" y="1530991"/>
                </a:lnTo>
                <a:lnTo>
                  <a:pt x="352106" y="1530991"/>
                </a:lnTo>
                <a:close/>
                <a:moveTo>
                  <a:pt x="1431217" y="0"/>
                </a:moveTo>
                <a:lnTo>
                  <a:pt x="1481194" y="0"/>
                </a:lnTo>
                <a:cubicBezTo>
                  <a:pt x="1521585" y="0"/>
                  <a:pt x="1554329" y="32744"/>
                  <a:pt x="1554329" y="73135"/>
                </a:cubicBezTo>
                <a:lnTo>
                  <a:pt x="1554329" y="99779"/>
                </a:lnTo>
                <a:lnTo>
                  <a:pt x="123117" y="1530991"/>
                </a:lnTo>
                <a:lnTo>
                  <a:pt x="73135" y="1530991"/>
                </a:lnTo>
                <a:cubicBezTo>
                  <a:pt x="32744" y="1530991"/>
                  <a:pt x="0" y="1498247"/>
                  <a:pt x="0" y="1457856"/>
                </a:cubicBezTo>
                <a:lnTo>
                  <a:pt x="0" y="1431217"/>
                </a:lnTo>
                <a:close/>
                <a:moveTo>
                  <a:pt x="979338" y="0"/>
                </a:moveTo>
                <a:lnTo>
                  <a:pt x="1202228" y="0"/>
                </a:lnTo>
                <a:lnTo>
                  <a:pt x="0" y="1202228"/>
                </a:lnTo>
                <a:lnTo>
                  <a:pt x="0" y="979338"/>
                </a:lnTo>
                <a:close/>
                <a:moveTo>
                  <a:pt x="527458" y="0"/>
                </a:moveTo>
                <a:lnTo>
                  <a:pt x="750349"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14385F"/>
          </a:solidFill>
          <a:ln w="6761" cap="flat">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pic>
        <p:nvPicPr>
          <p:cNvPr id="10" name="Picture 9" descr="A picture containing object, clock&#10;&#10;Description automatically generated">
            <a:extLst>
              <a:ext uri="{FF2B5EF4-FFF2-40B4-BE49-F238E27FC236}">
                <a16:creationId xmlns:a16="http://schemas.microsoft.com/office/drawing/2014/main" id="{370A8D28-5BEB-4CA2-862E-ADAB882C1D46}"/>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tretch>
            <a:fillRect/>
          </a:stretch>
        </p:blipFill>
        <p:spPr>
          <a:xfrm>
            <a:off x="965200" y="1073141"/>
            <a:ext cx="2181595" cy="605756"/>
          </a:xfrm>
          <a:prstGeom prst="rect">
            <a:avLst/>
          </a:prstGeom>
        </p:spPr>
      </p:pic>
    </p:spTree>
    <p:extLst>
      <p:ext uri="{BB962C8B-B14F-4D97-AF65-F5344CB8AC3E}">
        <p14:creationId xmlns:p14="http://schemas.microsoft.com/office/powerpoint/2010/main" val="1754806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solidFill>
            <a:srgbClr val="14385F"/>
          </a:solidFill>
        </p:spPr>
        <p:txBody>
          <a:bodyPr/>
          <a:lstStyle/>
          <a:p>
            <a:fld id="{6BBD9B5C-EF45-4DCF-9BF4-C71DB32B8341}" type="slidenum">
              <a:rPr lang="en-US" smtClean="0"/>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a:solidFill>
            <a:srgbClr val="14385F"/>
          </a:solidFill>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24655D5-B41C-4A0C-8547-48E6C220DC75}"/>
              </a:ext>
            </a:extLst>
          </p:cNvPr>
          <p:cNvCxnSpPr>
            <a:cxnSpLocks/>
          </p:cNvCxnSpPr>
          <p:nvPr/>
        </p:nvCxnSpPr>
        <p:spPr>
          <a:xfrm>
            <a:off x="11122660" y="6304610"/>
            <a:ext cx="0" cy="365760"/>
          </a:xfrm>
          <a:prstGeom prst="line">
            <a:avLst/>
          </a:prstGeom>
          <a:ln w="12700">
            <a:solidFill>
              <a:srgbClr val="0F244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2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31529"/>
            <a:ext cx="5190371" cy="1822277"/>
          </a:xfrm>
        </p:spPr>
        <p:txBody>
          <a:bodyPr anchor="t"/>
          <a:lstStyle/>
          <a:p>
            <a:r>
              <a:rPr lang="en-US"/>
              <a:t>Click to edit Master title style</a:t>
            </a:r>
            <a:endParaRPr lang="en-US" dirty="0"/>
          </a:p>
        </p:txBody>
      </p:sp>
      <p:sp>
        <p:nvSpPr>
          <p:cNvPr id="3" name="Content Placeholder 2"/>
          <p:cNvSpPr>
            <a:spLocks noGrp="1"/>
          </p:cNvSpPr>
          <p:nvPr>
            <p:ph idx="1"/>
          </p:nvPr>
        </p:nvSpPr>
        <p:spPr>
          <a:xfrm>
            <a:off x="5460086" y="631529"/>
            <a:ext cx="6731914" cy="53212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42F0537-4ED5-45F0-AD13-B4D2A2EE6AAD}"/>
              </a:ext>
            </a:extLst>
          </p:cNvPr>
          <p:cNvCxnSpPr>
            <a:cxnSpLocks/>
          </p:cNvCxnSpPr>
          <p:nvPr/>
        </p:nvCxnSpPr>
        <p:spPr>
          <a:xfrm>
            <a:off x="11122660" y="6304610"/>
            <a:ext cx="0" cy="365760"/>
          </a:xfrm>
          <a:prstGeom prst="line">
            <a:avLst/>
          </a:prstGeom>
          <a:ln w="12700">
            <a:solidFill>
              <a:srgbClr val="0F2446"/>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47E8341D-FD0B-4FFC-A9A9-663C0749A7A8}"/>
              </a:ext>
            </a:extLst>
          </p:cNvPr>
          <p:cNvSpPr>
            <a:spLocks noGrp="1"/>
          </p:cNvSpPr>
          <p:nvPr>
            <p:ph type="subTitle" idx="13"/>
          </p:nvPr>
        </p:nvSpPr>
        <p:spPr>
          <a:xfrm>
            <a:off x="-1" y="2492554"/>
            <a:ext cx="5190371" cy="2065567"/>
          </a:xfrm>
        </p:spPr>
        <p:txBody>
          <a:bodyPr vert="horz" lIns="457200" tIns="45720" rIns="91440" bIns="45720" rtlCol="0">
            <a:noAutofit/>
          </a:bodyPr>
          <a:lstStyle>
            <a:lvl1pPr>
              <a:defRPr lang="en-US" sz="1800" b="1" spc="80" baseline="0" dirty="0"/>
            </a:lvl1pPr>
          </a:lstStyle>
          <a:p>
            <a:pPr marL="0" lvl="0" indent="0">
              <a:spcBef>
                <a:spcPts val="0"/>
              </a:spcBef>
              <a:buNone/>
            </a:pPr>
            <a:r>
              <a:rPr lang="en-US"/>
              <a:t>Click to edit Master subtitle style</a:t>
            </a:r>
            <a:endParaRPr lang="en-US" dirty="0"/>
          </a:p>
        </p:txBody>
      </p:sp>
    </p:spTree>
    <p:extLst>
      <p:ext uri="{BB962C8B-B14F-4D97-AF65-F5344CB8AC3E}">
        <p14:creationId xmlns:p14="http://schemas.microsoft.com/office/powerpoint/2010/main" val="74216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6D3AABD-E9BE-424B-AA82-D2C4EC07F836}"/>
              </a:ext>
            </a:extLst>
          </p:cNvPr>
          <p:cNvCxnSpPr>
            <a:cxnSpLocks/>
          </p:cNvCxnSpPr>
          <p:nvPr userDrawn="1"/>
        </p:nvCxnSpPr>
        <p:spPr>
          <a:xfrm>
            <a:off x="11439379" y="6354145"/>
            <a:ext cx="0" cy="26077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C988F6-97D8-4061-A610-8534E95B0C63}"/>
              </a:ext>
            </a:extLst>
          </p:cNvPr>
          <p:cNvSpPr txBox="1"/>
          <p:nvPr userDrawn="1"/>
        </p:nvSpPr>
        <p:spPr>
          <a:xfrm>
            <a:off x="10479881" y="6407589"/>
            <a:ext cx="815194" cy="153888"/>
          </a:xfrm>
          <a:prstGeom prst="rect">
            <a:avLst/>
          </a:prstGeom>
          <a:noFill/>
        </p:spPr>
        <p:txBody>
          <a:bodyPr wrap="square" lIns="0" tIns="0" rIns="0" bIns="0" rtlCol="0">
            <a:spAutoFit/>
          </a:bodyPr>
          <a:lstStyle/>
          <a:p>
            <a:pPr algn="l">
              <a:spcAft>
                <a:spcPts val="600"/>
              </a:spcAft>
            </a:pPr>
            <a:r>
              <a:rPr lang="en-IN" sz="1000">
                <a:solidFill>
                  <a:schemeClr val="bg1"/>
                </a:solidFill>
                <a:latin typeface="Rubik" panose="00000500000000000000" pitchFamily="2" charset="-79"/>
                <a:cs typeface="Rubik" panose="00000500000000000000" pitchFamily="2" charset="-79"/>
              </a:rPr>
              <a:t>Confidential</a:t>
            </a:r>
          </a:p>
        </p:txBody>
      </p:sp>
      <p:sp>
        <p:nvSpPr>
          <p:cNvPr id="10" name="TextBox 9">
            <a:extLst>
              <a:ext uri="{FF2B5EF4-FFF2-40B4-BE49-F238E27FC236}">
                <a16:creationId xmlns:a16="http://schemas.microsoft.com/office/drawing/2014/main" id="{9BAAFFE9-6AA3-46CB-AD52-4BAADBACD495}"/>
              </a:ext>
            </a:extLst>
          </p:cNvPr>
          <p:cNvSpPr txBox="1"/>
          <p:nvPr userDrawn="1"/>
        </p:nvSpPr>
        <p:spPr>
          <a:xfrm>
            <a:off x="11590349" y="6407589"/>
            <a:ext cx="292089" cy="153888"/>
          </a:xfrm>
          <a:prstGeom prst="rect">
            <a:avLst/>
          </a:prstGeom>
          <a:noFill/>
        </p:spPr>
        <p:txBody>
          <a:bodyPr wrap="square" lIns="0" tIns="0" rIns="0" bIns="0" rtlCol="0">
            <a:spAutoFit/>
          </a:bodyPr>
          <a:lstStyle/>
          <a:p>
            <a:pPr algn="ctr">
              <a:spcAft>
                <a:spcPts val="600"/>
              </a:spcAft>
            </a:pPr>
            <a:fld id="{6BBD9B5C-EF45-4DCF-9BF4-C71DB32B8341}" type="slidenum">
              <a:rPr lang="en-US" sz="1000" smtClean="0">
                <a:solidFill>
                  <a:schemeClr val="bg1"/>
                </a:solidFill>
              </a:rPr>
              <a:pPr algn="ctr">
                <a:spcAft>
                  <a:spcPts val="600"/>
                </a:spcAft>
              </a:pPr>
              <a:t>‹#›</a:t>
            </a:fld>
            <a:endParaRPr lang="en-IN" sz="1200">
              <a:solidFill>
                <a:schemeClr val="bg1"/>
              </a:solidFill>
              <a:latin typeface="Rubik" panose="00000500000000000000" pitchFamily="2" charset="-79"/>
              <a:cs typeface="Rubik" panose="00000500000000000000" pitchFamily="2" charset="-79"/>
            </a:endParaRPr>
          </a:p>
        </p:txBody>
      </p:sp>
    </p:spTree>
    <p:extLst>
      <p:ext uri="{BB962C8B-B14F-4D97-AF65-F5344CB8AC3E}">
        <p14:creationId xmlns:p14="http://schemas.microsoft.com/office/powerpoint/2010/main" val="326031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8_Title and Conten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BA4C2A5-D1E7-4D93-817E-83AEA12D6EDF}"/>
              </a:ext>
            </a:extLst>
          </p:cNvPr>
          <p:cNvSpPr>
            <a:spLocks noGrp="1"/>
          </p:cNvSpPr>
          <p:nvPr>
            <p:ph type="sldNum" sz="quarter" idx="4"/>
          </p:nvPr>
        </p:nvSpPr>
        <p:spPr>
          <a:xfrm>
            <a:off x="11125200" y="6330736"/>
            <a:ext cx="838200" cy="365760"/>
          </a:xfrm>
          <a:prstGeom prst="rect">
            <a:avLst/>
          </a:prstGeom>
        </p:spPr>
        <p:txBody>
          <a:bodyPr vert="horz" lIns="182880" tIns="45720" rIns="91440" bIns="45720" rtlCol="0" anchor="ctr"/>
          <a:lstStyle>
            <a:lvl1pPr algn="l">
              <a:defRPr sz="1200">
                <a:solidFill>
                  <a:schemeClr val="bg1"/>
                </a:solidFill>
                <a:latin typeface="Rubik" panose="00000500000000000000" pitchFamily="2" charset="-79"/>
                <a:cs typeface="Rubik" panose="00000500000000000000" pitchFamily="2" charset="-79"/>
              </a:defRPr>
            </a:lvl1pPr>
          </a:lstStyle>
          <a:p>
            <a:fld id="{6BBD9B5C-EF45-4DCF-9BF4-C71DB32B8341}" type="slidenum">
              <a:rPr lang="en-US" smtClean="0"/>
              <a:pPr/>
              <a:t>‹#›</a:t>
            </a:fld>
            <a:endParaRPr lang="en-US"/>
          </a:p>
        </p:txBody>
      </p:sp>
      <p:sp>
        <p:nvSpPr>
          <p:cNvPr id="3" name="Footer Placeholder 13">
            <a:extLst>
              <a:ext uri="{FF2B5EF4-FFF2-40B4-BE49-F238E27FC236}">
                <a16:creationId xmlns:a16="http://schemas.microsoft.com/office/drawing/2014/main" id="{170BDE7D-30D4-4DD3-B1A0-700C9667C672}"/>
              </a:ext>
            </a:extLst>
          </p:cNvPr>
          <p:cNvSpPr>
            <a:spLocks noGrp="1"/>
          </p:cNvSpPr>
          <p:nvPr>
            <p:ph type="ftr" sz="quarter" idx="3"/>
          </p:nvPr>
        </p:nvSpPr>
        <p:spPr>
          <a:xfrm>
            <a:off x="8388349" y="6331054"/>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4" name="Straight Connector 3">
            <a:extLst>
              <a:ext uri="{FF2B5EF4-FFF2-40B4-BE49-F238E27FC236}">
                <a16:creationId xmlns:a16="http://schemas.microsoft.com/office/drawing/2014/main" id="{BD3A6A57-DA0E-4B58-8A4B-D4D5C7B994A1}"/>
              </a:ext>
            </a:extLst>
          </p:cNvPr>
          <p:cNvCxnSpPr>
            <a:cxnSpLocks/>
          </p:cNvCxnSpPr>
          <p:nvPr userDrawn="1"/>
        </p:nvCxnSpPr>
        <p:spPr>
          <a:xfrm>
            <a:off x="11122660" y="6330736"/>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7367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11_Title and Content">
    <p:bg>
      <p:bgPr>
        <a:solidFill>
          <a:srgbClr val="0F244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solidFill>
            <a:srgbClr val="0F2446"/>
          </a:solidFill>
        </p:spPr>
        <p:txBody>
          <a:body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a:solidFill>
            <a:srgbClr val="0F2446"/>
          </a:solidFill>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24655D5-B41C-4A0C-8547-48E6C220DC75}"/>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 picture containing object, clock&#10;&#10;Description automatically generated">
            <a:extLst>
              <a:ext uri="{FF2B5EF4-FFF2-40B4-BE49-F238E27FC236}">
                <a16:creationId xmlns:a16="http://schemas.microsoft.com/office/drawing/2014/main" id="{C7D9BC45-3722-4BE4-A102-9EF7CED1AF72}"/>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2839074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2_Title and Content">
    <p:bg>
      <p:bgPr>
        <a:solidFill>
          <a:srgbClr val="0F244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631529"/>
            <a:ext cx="5190371" cy="1822277"/>
          </a:xfrm>
        </p:spPr>
        <p:txBody>
          <a:bodyPr anchor="t"/>
          <a:lstStyle/>
          <a:p>
            <a:r>
              <a:rPr lang="en-US"/>
              <a:t>Click to edit Master title style</a:t>
            </a:r>
            <a:endParaRPr lang="en-US" dirty="0"/>
          </a:p>
        </p:txBody>
      </p:sp>
      <p:sp>
        <p:nvSpPr>
          <p:cNvPr id="3" name="Content Placeholder 2"/>
          <p:cNvSpPr>
            <a:spLocks noGrp="1"/>
          </p:cNvSpPr>
          <p:nvPr>
            <p:ph idx="1"/>
          </p:nvPr>
        </p:nvSpPr>
        <p:spPr>
          <a:xfrm>
            <a:off x="5460086" y="631529"/>
            <a:ext cx="6731914" cy="53212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642F0537-4ED5-45F0-AD13-B4D2A2EE6AAD}"/>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47E8341D-FD0B-4FFC-A9A9-663C0749A7A8}"/>
              </a:ext>
            </a:extLst>
          </p:cNvPr>
          <p:cNvSpPr>
            <a:spLocks noGrp="1"/>
          </p:cNvSpPr>
          <p:nvPr>
            <p:ph type="subTitle" idx="13"/>
          </p:nvPr>
        </p:nvSpPr>
        <p:spPr>
          <a:xfrm>
            <a:off x="-1" y="2492554"/>
            <a:ext cx="5190371" cy="2065567"/>
          </a:xfrm>
        </p:spPr>
        <p:txBody>
          <a:bodyPr vert="horz" lIns="457200" tIns="45720" rIns="91440" bIns="45720" rtlCol="0">
            <a:noAutofit/>
          </a:bodyPr>
          <a:lstStyle>
            <a:lvl1pPr>
              <a:defRPr lang="en-US" sz="1800" b="1" spc="80" baseline="0" dirty="0"/>
            </a:lvl1pPr>
          </a:lstStyle>
          <a:p>
            <a:pPr marL="0" lvl="0" indent="0">
              <a:spcBef>
                <a:spcPts val="0"/>
              </a:spcBef>
              <a:buNone/>
            </a:pPr>
            <a:r>
              <a:rPr lang="en-US"/>
              <a:t>Click to edit Master subtitle style</a:t>
            </a:r>
            <a:endParaRPr lang="en-US" dirty="0"/>
          </a:p>
        </p:txBody>
      </p:sp>
      <p:pic>
        <p:nvPicPr>
          <p:cNvPr id="10" name="Picture 9" descr="A picture containing object, clock&#10;&#10;Description automatically generated">
            <a:extLst>
              <a:ext uri="{FF2B5EF4-FFF2-40B4-BE49-F238E27FC236}">
                <a16:creationId xmlns:a16="http://schemas.microsoft.com/office/drawing/2014/main" id="{B2E5B5BC-E757-4976-B4FE-DDAF9A9F2371}"/>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3903326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3_Title and Content">
    <p:bg>
      <p:bgPr>
        <a:solidFill>
          <a:srgbClr val="0F2446"/>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9" name="Straight Connector 8">
            <a:extLst>
              <a:ext uri="{FF2B5EF4-FFF2-40B4-BE49-F238E27FC236}">
                <a16:creationId xmlns:a16="http://schemas.microsoft.com/office/drawing/2014/main" id="{2F978568-2C0A-44E7-8F72-7772DD8A9198}"/>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descr="A picture containing object, clock&#10;&#10;Description automatically generated">
            <a:extLst>
              <a:ext uri="{FF2B5EF4-FFF2-40B4-BE49-F238E27FC236}">
                <a16:creationId xmlns:a16="http://schemas.microsoft.com/office/drawing/2014/main" id="{B8EDFCA2-2B40-4B2C-88E2-7ADEF2ED0713}"/>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3483898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4_Title and Content">
    <p:bg>
      <p:bgPr>
        <a:solidFill>
          <a:srgbClr val="0F2446"/>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141E97F-B434-4D4E-9141-CEED2B1780C0}"/>
              </a:ext>
            </a:extLst>
          </p:cNvPr>
          <p:cNvSpPr>
            <a:spLocks noGrp="1"/>
          </p:cNvSpPr>
          <p:nvPr>
            <p:ph type="sldNum" sz="quarter" idx="4"/>
          </p:nvPr>
        </p:nvSpPr>
        <p:spPr>
          <a:xfrm>
            <a:off x="11125200" y="6304610"/>
            <a:ext cx="838200" cy="365760"/>
          </a:xfrm>
          <a:prstGeom prst="rect">
            <a:avLst/>
          </a:prstGeom>
        </p:spPr>
        <p:txBody>
          <a:bodyPr vert="horz" lIns="182880" tIns="45720" rIns="91440" bIns="45720" rtlCol="0" anchor="ctr"/>
          <a:lstStyle>
            <a:lvl1pPr algn="l">
              <a:defRPr sz="1200">
                <a:solidFill>
                  <a:schemeClr val="bg1"/>
                </a:solidFill>
                <a:latin typeface="Rubik" panose="00000500000000000000" pitchFamily="2" charset="-79"/>
                <a:cs typeface="Rubik" panose="00000500000000000000" pitchFamily="2" charset="-79"/>
              </a:defRPr>
            </a:lvl1pPr>
          </a:lstStyle>
          <a:p>
            <a:fld id="{6BBD9B5C-EF45-4DCF-9BF4-C71DB32B8341}" type="slidenum">
              <a:rPr lang="en-US" smtClean="0"/>
              <a:pPr/>
              <a:t>‹#›</a:t>
            </a:fld>
            <a:endParaRPr lang="en-US"/>
          </a:p>
        </p:txBody>
      </p:sp>
      <p:sp>
        <p:nvSpPr>
          <p:cNvPr id="3" name="Footer Placeholder 13">
            <a:extLst>
              <a:ext uri="{FF2B5EF4-FFF2-40B4-BE49-F238E27FC236}">
                <a16:creationId xmlns:a16="http://schemas.microsoft.com/office/drawing/2014/main" id="{B5426AEB-655C-4D16-B4A3-475AA5A39CB1}"/>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4" name="Straight Connector 3">
            <a:extLst>
              <a:ext uri="{FF2B5EF4-FFF2-40B4-BE49-F238E27FC236}">
                <a16:creationId xmlns:a16="http://schemas.microsoft.com/office/drawing/2014/main" id="{4B516F2E-435B-4C19-A4BF-0842E9B58606}"/>
              </a:ext>
            </a:extLst>
          </p:cNvPr>
          <p:cNvCxnSpPr>
            <a:cxnSpLocks/>
          </p:cNvCxnSpPr>
          <p:nvPr userDrawn="1"/>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435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4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F2446"/>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445469"/>
                </a:solidFill>
              </a:defRPr>
            </a:lvl1pPr>
            <a:lvl2pPr>
              <a:defRPr>
                <a:solidFill>
                  <a:srgbClr val="445469"/>
                </a:solidFill>
              </a:defRPr>
            </a:lvl2pPr>
            <a:lvl3pPr>
              <a:defRPr>
                <a:solidFill>
                  <a:srgbClr val="445469"/>
                </a:solidFill>
              </a:defRPr>
            </a:lvl3pPr>
            <a:lvl4pPr>
              <a:defRPr>
                <a:solidFill>
                  <a:srgbClr val="445469"/>
                </a:solidFill>
              </a:defRPr>
            </a:lvl4pPr>
            <a:lvl5pPr>
              <a:defRPr>
                <a:solidFill>
                  <a:srgbClr val="44546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a:solidFill>
                  <a:srgbClr val="445469"/>
                </a:solidFill>
              </a:defRPr>
            </a:lvl1p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rgbClr val="445469"/>
                </a:solidFill>
                <a:latin typeface="Rubik" panose="00000500000000000000" pitchFamily="2" charset="-79"/>
                <a:cs typeface="Rubik" panose="00000500000000000000" pitchFamily="2" charset="-79"/>
              </a:defRPr>
            </a:lvl1pPr>
          </a:lstStyle>
          <a:p>
            <a:r>
              <a:rPr lang="en-US"/>
              <a:t>Confidential</a:t>
            </a:r>
          </a:p>
        </p:txBody>
      </p:sp>
      <p:cxnSp>
        <p:nvCxnSpPr>
          <p:cNvPr id="8" name="Straight Connector 7">
            <a:extLst>
              <a:ext uri="{FF2B5EF4-FFF2-40B4-BE49-F238E27FC236}">
                <a16:creationId xmlns:a16="http://schemas.microsoft.com/office/drawing/2014/main" id="{7D5979B5-A28C-44F2-99DD-60269431C251}"/>
              </a:ext>
            </a:extLst>
          </p:cNvPr>
          <p:cNvCxnSpPr>
            <a:cxnSpLocks/>
          </p:cNvCxnSpPr>
          <p:nvPr/>
        </p:nvCxnSpPr>
        <p:spPr>
          <a:xfrm>
            <a:off x="11122660" y="6304610"/>
            <a:ext cx="0" cy="365760"/>
          </a:xfrm>
          <a:prstGeom prst="line">
            <a:avLst/>
          </a:prstGeom>
          <a:ln w="12700">
            <a:solidFill>
              <a:srgbClr val="445469"/>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object, clock&#10;&#10;Description automatically generated">
            <a:extLst>
              <a:ext uri="{FF2B5EF4-FFF2-40B4-BE49-F238E27FC236}">
                <a16:creationId xmlns:a16="http://schemas.microsoft.com/office/drawing/2014/main" id="{F213910E-6B2D-4D3B-A30B-3097C5F680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193813747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5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0" y="631529"/>
            <a:ext cx="5190371" cy="1822277"/>
          </a:xfrm>
        </p:spPr>
        <p:txBody>
          <a:bodyPr anchor="t"/>
          <a:lstStyle>
            <a:lvl1pPr>
              <a:defRPr>
                <a:solidFill>
                  <a:srgbClr val="0F2446"/>
                </a:solidFill>
              </a:defRPr>
            </a:lvl1pPr>
          </a:lstStyle>
          <a:p>
            <a:r>
              <a:rPr lang="en-US"/>
              <a:t>Click to edit Master title style</a:t>
            </a:r>
            <a:endParaRPr lang="en-US" dirty="0"/>
          </a:p>
        </p:txBody>
      </p:sp>
      <p:sp>
        <p:nvSpPr>
          <p:cNvPr id="3" name="Content Placeholder 2"/>
          <p:cNvSpPr>
            <a:spLocks noGrp="1"/>
          </p:cNvSpPr>
          <p:nvPr>
            <p:ph idx="1"/>
          </p:nvPr>
        </p:nvSpPr>
        <p:spPr>
          <a:xfrm>
            <a:off x="5460086" y="631529"/>
            <a:ext cx="6731914" cy="5321215"/>
          </a:xfrm>
        </p:spPr>
        <p:txBody>
          <a:bodyPr/>
          <a:lstStyle>
            <a:lvl1pPr>
              <a:defRPr>
                <a:solidFill>
                  <a:srgbClr val="445469"/>
                </a:solidFill>
              </a:defRPr>
            </a:lvl1pPr>
            <a:lvl2pPr>
              <a:defRPr>
                <a:solidFill>
                  <a:srgbClr val="445469"/>
                </a:solidFill>
              </a:defRPr>
            </a:lvl2pPr>
            <a:lvl3pPr>
              <a:defRPr>
                <a:solidFill>
                  <a:srgbClr val="445469"/>
                </a:solidFill>
              </a:defRPr>
            </a:lvl3pPr>
            <a:lvl4pPr>
              <a:defRPr>
                <a:solidFill>
                  <a:srgbClr val="445469"/>
                </a:solidFill>
              </a:defRPr>
            </a:lvl4pPr>
            <a:lvl5pPr>
              <a:defRPr>
                <a:solidFill>
                  <a:srgbClr val="44546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a:solidFill>
                  <a:srgbClr val="445469"/>
                </a:solidFill>
              </a:defRPr>
            </a:lvl1p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rgbClr val="445469"/>
                </a:solidFill>
                <a:latin typeface="Rubik" panose="00000500000000000000" pitchFamily="2" charset="-79"/>
                <a:cs typeface="Rubik" panose="00000500000000000000" pitchFamily="2" charset="-79"/>
              </a:defRPr>
            </a:lvl1pPr>
          </a:lstStyle>
          <a:p>
            <a:r>
              <a:rPr lang="en-US"/>
              <a:t>Confidential</a:t>
            </a:r>
          </a:p>
        </p:txBody>
      </p:sp>
      <p:cxnSp>
        <p:nvCxnSpPr>
          <p:cNvPr id="11" name="Straight Connector 10">
            <a:extLst>
              <a:ext uri="{FF2B5EF4-FFF2-40B4-BE49-F238E27FC236}">
                <a16:creationId xmlns:a16="http://schemas.microsoft.com/office/drawing/2014/main" id="{4C244D1A-6748-40E9-BF72-C3A12046AE57}"/>
              </a:ext>
            </a:extLst>
          </p:cNvPr>
          <p:cNvCxnSpPr>
            <a:cxnSpLocks/>
          </p:cNvCxnSpPr>
          <p:nvPr/>
        </p:nvCxnSpPr>
        <p:spPr>
          <a:xfrm>
            <a:off x="11122660" y="6304610"/>
            <a:ext cx="0" cy="365760"/>
          </a:xfrm>
          <a:prstGeom prst="line">
            <a:avLst/>
          </a:prstGeom>
          <a:ln w="12700">
            <a:solidFill>
              <a:srgbClr val="445469"/>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A02F32F1-F917-4B55-B968-7E3E89A11CF4}"/>
              </a:ext>
            </a:extLst>
          </p:cNvPr>
          <p:cNvSpPr>
            <a:spLocks noGrp="1"/>
          </p:cNvSpPr>
          <p:nvPr>
            <p:ph type="subTitle" idx="13"/>
          </p:nvPr>
        </p:nvSpPr>
        <p:spPr>
          <a:xfrm>
            <a:off x="-1" y="2492554"/>
            <a:ext cx="5190371" cy="2065567"/>
          </a:xfrm>
        </p:spPr>
        <p:txBody>
          <a:bodyPr vert="horz" lIns="457200" tIns="45720" rIns="91440" bIns="45720" rtlCol="0">
            <a:noAutofit/>
          </a:bodyPr>
          <a:lstStyle>
            <a:lvl1pPr>
              <a:defRPr lang="en-US" sz="1800" b="1" spc="80" baseline="0" dirty="0">
                <a:solidFill>
                  <a:srgbClr val="445469"/>
                </a:solidFill>
              </a:defRPr>
            </a:lvl1pPr>
          </a:lstStyle>
          <a:p>
            <a:pPr marL="0" lvl="0" indent="0">
              <a:spcBef>
                <a:spcPts val="0"/>
              </a:spcBef>
              <a:buNone/>
            </a:pPr>
            <a:r>
              <a:rPr lang="en-US"/>
              <a:t>Click to edit Master subtitle style</a:t>
            </a:r>
            <a:endParaRPr lang="en-US" dirty="0"/>
          </a:p>
        </p:txBody>
      </p:sp>
      <p:pic>
        <p:nvPicPr>
          <p:cNvPr id="9" name="Picture 8" descr="A picture containing object, clock&#10;&#10;Description automatically generated">
            <a:extLst>
              <a:ext uri="{FF2B5EF4-FFF2-40B4-BE49-F238E27FC236}">
                <a16:creationId xmlns:a16="http://schemas.microsoft.com/office/drawing/2014/main" id="{705F9D65-F63E-4E18-B2D1-CA6D4A82A0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214661588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6_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84C38E-BD81-481B-8269-F659A7FEFC3E}"/>
              </a:ext>
            </a:extLst>
          </p:cNvPr>
          <p:cNvSpPr/>
          <p:nvPr/>
        </p:nvSpPr>
        <p:spPr>
          <a:xfrm>
            <a:off x="0" y="6112932"/>
            <a:ext cx="12192000" cy="745067"/>
          </a:xfrm>
          <a:prstGeom prst="rect">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2" name="Title 1"/>
          <p:cNvSpPr>
            <a:spLocks noGrp="1"/>
          </p:cNvSpPr>
          <p:nvPr>
            <p:ph type="title"/>
          </p:nvPr>
        </p:nvSpPr>
        <p:spPr/>
        <p:txBody>
          <a:bodyPr/>
          <a:lstStyle>
            <a:lvl1pPr>
              <a:defRPr>
                <a:solidFill>
                  <a:srgbClr val="0F2446"/>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445469"/>
                </a:solidFill>
              </a:defRPr>
            </a:lvl1pPr>
            <a:lvl2pPr>
              <a:defRPr>
                <a:solidFill>
                  <a:srgbClr val="445469"/>
                </a:solidFill>
              </a:defRPr>
            </a:lvl2pPr>
            <a:lvl3pPr>
              <a:defRPr>
                <a:solidFill>
                  <a:srgbClr val="445469"/>
                </a:solidFill>
              </a:defRPr>
            </a:lvl3pPr>
            <a:lvl4pPr>
              <a:defRPr>
                <a:solidFill>
                  <a:srgbClr val="445469"/>
                </a:solidFill>
              </a:defRPr>
            </a:lvl4pPr>
            <a:lvl5pPr>
              <a:defRPr>
                <a:solidFill>
                  <a:srgbClr val="44546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6BBD9B5C-EF45-4DCF-9BF4-C71DB32B8341}" type="slidenum">
              <a:rPr lang="en-US" smtClean="0"/>
              <a:pPr/>
              <a:t>‹#›</a:t>
            </a:fld>
            <a:endParaRPr lang="en-US"/>
          </a:p>
        </p:txBody>
      </p:sp>
      <p:sp>
        <p:nvSpPr>
          <p:cNvPr id="7" name="Footer Placeholder 13">
            <a:extLst>
              <a:ext uri="{FF2B5EF4-FFF2-40B4-BE49-F238E27FC236}">
                <a16:creationId xmlns:a16="http://schemas.microsoft.com/office/drawing/2014/main" id="{D4E931A4-F774-4E1F-BAAF-C0494E50C9EA}"/>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8" name="Straight Connector 7">
            <a:extLst>
              <a:ext uri="{FF2B5EF4-FFF2-40B4-BE49-F238E27FC236}">
                <a16:creationId xmlns:a16="http://schemas.microsoft.com/office/drawing/2014/main" id="{7D5979B5-A28C-44F2-99DD-60269431C251}"/>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object, clock&#10;&#10;Description automatically generated">
            <a:extLst>
              <a:ext uri="{FF2B5EF4-FFF2-40B4-BE49-F238E27FC236}">
                <a16:creationId xmlns:a16="http://schemas.microsoft.com/office/drawing/2014/main" id="{CD78EB2D-D370-49C1-847C-C4010C035E9D}"/>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215678191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9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0" y="631529"/>
            <a:ext cx="5190371" cy="1822277"/>
          </a:xfrm>
        </p:spPr>
        <p:txBody>
          <a:bodyPr anchor="t"/>
          <a:lstStyle>
            <a:lvl1pPr>
              <a:defRPr>
                <a:solidFill>
                  <a:srgbClr val="0F2446"/>
                </a:solidFill>
              </a:defRPr>
            </a:lvl1pPr>
          </a:lstStyle>
          <a:p>
            <a:r>
              <a:rPr lang="en-US"/>
              <a:t>Click to edit Master title style</a:t>
            </a:r>
            <a:endParaRPr lang="en-US" dirty="0"/>
          </a:p>
        </p:txBody>
      </p:sp>
      <p:sp>
        <p:nvSpPr>
          <p:cNvPr id="3" name="Content Placeholder 2"/>
          <p:cNvSpPr>
            <a:spLocks noGrp="1"/>
          </p:cNvSpPr>
          <p:nvPr>
            <p:ph idx="1"/>
          </p:nvPr>
        </p:nvSpPr>
        <p:spPr>
          <a:xfrm>
            <a:off x="5460086" y="631529"/>
            <a:ext cx="6731914" cy="5321215"/>
          </a:xfrm>
        </p:spPr>
        <p:txBody>
          <a:bodyPr/>
          <a:lstStyle>
            <a:lvl1pPr>
              <a:defRPr>
                <a:solidFill>
                  <a:srgbClr val="445469"/>
                </a:solidFill>
              </a:defRPr>
            </a:lvl1pPr>
            <a:lvl2pPr>
              <a:defRPr>
                <a:solidFill>
                  <a:srgbClr val="445469"/>
                </a:solidFill>
              </a:defRPr>
            </a:lvl2pPr>
            <a:lvl3pPr>
              <a:defRPr>
                <a:solidFill>
                  <a:srgbClr val="445469"/>
                </a:solidFill>
              </a:defRPr>
            </a:lvl3pPr>
            <a:lvl4pPr>
              <a:defRPr>
                <a:solidFill>
                  <a:srgbClr val="445469"/>
                </a:solidFill>
              </a:defRPr>
            </a:lvl4pPr>
            <a:lvl5pPr>
              <a:defRPr>
                <a:solidFill>
                  <a:srgbClr val="44546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9">
            <a:extLst>
              <a:ext uri="{FF2B5EF4-FFF2-40B4-BE49-F238E27FC236}">
                <a16:creationId xmlns:a16="http://schemas.microsoft.com/office/drawing/2014/main" id="{6EDBD4BC-343D-4895-A154-A754A6B247DA}"/>
              </a:ext>
            </a:extLst>
          </p:cNvPr>
          <p:cNvSpPr/>
          <p:nvPr/>
        </p:nvSpPr>
        <p:spPr>
          <a:xfrm>
            <a:off x="0" y="6112932"/>
            <a:ext cx="12192000" cy="745067"/>
          </a:xfrm>
          <a:prstGeom prst="rect">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2" name="Slide Number Placeholder 5">
            <a:extLst>
              <a:ext uri="{FF2B5EF4-FFF2-40B4-BE49-F238E27FC236}">
                <a16:creationId xmlns:a16="http://schemas.microsoft.com/office/drawing/2014/main" id="{A7896979-4A26-4174-B920-9A0FB88E9AA9}"/>
              </a:ext>
            </a:extLst>
          </p:cNvPr>
          <p:cNvSpPr>
            <a:spLocks noGrp="1"/>
          </p:cNvSpPr>
          <p:nvPr>
            <p:ph type="sldNum" sz="quarter" idx="12"/>
          </p:nvPr>
        </p:nvSpPr>
        <p:spPr>
          <a:xfrm>
            <a:off x="11125200" y="6304610"/>
            <a:ext cx="838200" cy="365760"/>
          </a:xfrm>
        </p:spPr>
        <p:txBody>
          <a:bodyPr/>
          <a:lstStyle>
            <a:lvl1pPr>
              <a:defRPr>
                <a:solidFill>
                  <a:schemeClr val="bg1"/>
                </a:solidFill>
              </a:defRPr>
            </a:lvl1pPr>
          </a:lstStyle>
          <a:p>
            <a:fld id="{6BBD9B5C-EF45-4DCF-9BF4-C71DB32B8341}" type="slidenum">
              <a:rPr lang="en-US" smtClean="0"/>
              <a:pPr/>
              <a:t>‹#›</a:t>
            </a:fld>
            <a:endParaRPr lang="en-US"/>
          </a:p>
        </p:txBody>
      </p:sp>
      <p:sp>
        <p:nvSpPr>
          <p:cNvPr id="13" name="Footer Placeholder 13">
            <a:extLst>
              <a:ext uri="{FF2B5EF4-FFF2-40B4-BE49-F238E27FC236}">
                <a16:creationId xmlns:a16="http://schemas.microsoft.com/office/drawing/2014/main" id="{8E05DE76-EFAA-48F3-9672-09439BD7F19B}"/>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14" name="Straight Connector 13">
            <a:extLst>
              <a:ext uri="{FF2B5EF4-FFF2-40B4-BE49-F238E27FC236}">
                <a16:creationId xmlns:a16="http://schemas.microsoft.com/office/drawing/2014/main" id="{1848C30C-03AB-4E07-9236-E2EBC28712C6}"/>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9B29D0B9-CEB7-4312-9F0C-231D842D6F27}"/>
              </a:ext>
            </a:extLst>
          </p:cNvPr>
          <p:cNvSpPr>
            <a:spLocks noGrp="1"/>
          </p:cNvSpPr>
          <p:nvPr>
            <p:ph type="subTitle" idx="13"/>
          </p:nvPr>
        </p:nvSpPr>
        <p:spPr>
          <a:xfrm>
            <a:off x="-1" y="2492554"/>
            <a:ext cx="5190371" cy="2065567"/>
          </a:xfrm>
        </p:spPr>
        <p:txBody>
          <a:bodyPr vert="horz" lIns="457200" tIns="45720" rIns="91440" bIns="45720" rtlCol="0">
            <a:noAutofit/>
          </a:bodyPr>
          <a:lstStyle>
            <a:lvl1pPr>
              <a:defRPr lang="en-US" sz="1800" b="1" spc="80" baseline="0" dirty="0">
                <a:solidFill>
                  <a:srgbClr val="445469"/>
                </a:solidFill>
              </a:defRPr>
            </a:lvl1pPr>
          </a:lstStyle>
          <a:p>
            <a:pPr marL="0" lvl="0" indent="0">
              <a:spcBef>
                <a:spcPts val="0"/>
              </a:spcBef>
              <a:buNone/>
            </a:pPr>
            <a:r>
              <a:rPr lang="en-US"/>
              <a:t>Click to edit Master subtitle style</a:t>
            </a:r>
            <a:endParaRPr lang="en-US" dirty="0"/>
          </a:p>
        </p:txBody>
      </p:sp>
      <p:pic>
        <p:nvPicPr>
          <p:cNvPr id="15" name="Picture 14" descr="A picture containing object, clock&#10;&#10;Description automatically generated">
            <a:extLst>
              <a:ext uri="{FF2B5EF4-FFF2-40B4-BE49-F238E27FC236}">
                <a16:creationId xmlns:a16="http://schemas.microsoft.com/office/drawing/2014/main" id="{8322C6F8-6DAE-4095-9BEF-B15065A856AF}"/>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328198194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0_Title and Conten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DBD4BC-343D-4895-A154-A754A6B247DA}"/>
              </a:ext>
            </a:extLst>
          </p:cNvPr>
          <p:cNvSpPr/>
          <p:nvPr/>
        </p:nvSpPr>
        <p:spPr>
          <a:xfrm>
            <a:off x="0" y="6112932"/>
            <a:ext cx="12192000" cy="745067"/>
          </a:xfrm>
          <a:prstGeom prst="rect">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2" name="Slide Number Placeholder 5">
            <a:extLst>
              <a:ext uri="{FF2B5EF4-FFF2-40B4-BE49-F238E27FC236}">
                <a16:creationId xmlns:a16="http://schemas.microsoft.com/office/drawing/2014/main" id="{A7896979-4A26-4174-B920-9A0FB88E9AA9}"/>
              </a:ext>
            </a:extLst>
          </p:cNvPr>
          <p:cNvSpPr>
            <a:spLocks noGrp="1"/>
          </p:cNvSpPr>
          <p:nvPr>
            <p:ph type="sldNum" sz="quarter" idx="12"/>
          </p:nvPr>
        </p:nvSpPr>
        <p:spPr>
          <a:xfrm>
            <a:off x="11125200" y="6304610"/>
            <a:ext cx="838200" cy="365760"/>
          </a:xfrm>
        </p:spPr>
        <p:txBody>
          <a:bodyPr/>
          <a:lstStyle>
            <a:lvl1pPr>
              <a:defRPr>
                <a:solidFill>
                  <a:schemeClr val="bg1"/>
                </a:solidFill>
              </a:defRPr>
            </a:lvl1pPr>
          </a:lstStyle>
          <a:p>
            <a:fld id="{6BBD9B5C-EF45-4DCF-9BF4-C71DB32B8341}" type="slidenum">
              <a:rPr lang="en-US" smtClean="0"/>
              <a:pPr/>
              <a:t>‹#›</a:t>
            </a:fld>
            <a:endParaRPr lang="en-US"/>
          </a:p>
        </p:txBody>
      </p:sp>
      <p:sp>
        <p:nvSpPr>
          <p:cNvPr id="13" name="Footer Placeholder 13">
            <a:extLst>
              <a:ext uri="{FF2B5EF4-FFF2-40B4-BE49-F238E27FC236}">
                <a16:creationId xmlns:a16="http://schemas.microsoft.com/office/drawing/2014/main" id="{8E05DE76-EFAA-48F3-9672-09439BD7F19B}"/>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14" name="Straight Connector 13">
            <a:extLst>
              <a:ext uri="{FF2B5EF4-FFF2-40B4-BE49-F238E27FC236}">
                <a16:creationId xmlns:a16="http://schemas.microsoft.com/office/drawing/2014/main" id="{1848C30C-03AB-4E07-9236-E2EBC28712C6}"/>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picture containing object, clock&#10;&#10;Description automatically generated">
            <a:extLst>
              <a:ext uri="{FF2B5EF4-FFF2-40B4-BE49-F238E27FC236}">
                <a16:creationId xmlns:a16="http://schemas.microsoft.com/office/drawing/2014/main" id="{316A7B46-A085-41EF-9569-7DD233928482}"/>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25665801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5_Title and Content">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C376878-FD56-47AB-BB01-1854645C5EC9}"/>
              </a:ext>
            </a:extLst>
          </p:cNvPr>
          <p:cNvSpPr>
            <a:spLocks noGrp="1"/>
          </p:cNvSpPr>
          <p:nvPr>
            <p:ph type="sldNum" sz="quarter" idx="12"/>
          </p:nvPr>
        </p:nvSpPr>
        <p:spPr>
          <a:xfrm>
            <a:off x="11125200" y="6317673"/>
            <a:ext cx="838200" cy="365760"/>
          </a:xfrm>
        </p:spPr>
        <p:txBody>
          <a:bodyPr/>
          <a:lstStyle>
            <a:lvl1pPr>
              <a:defRPr>
                <a:solidFill>
                  <a:srgbClr val="445469"/>
                </a:solidFill>
              </a:defRPr>
            </a:lvl1pPr>
          </a:lstStyle>
          <a:p>
            <a:fld id="{6BBD9B5C-EF45-4DCF-9BF4-C71DB32B8341}" type="slidenum">
              <a:rPr lang="en-US" smtClean="0"/>
              <a:pPr/>
              <a:t>‹#›</a:t>
            </a:fld>
            <a:endParaRPr lang="en-US"/>
          </a:p>
        </p:txBody>
      </p:sp>
      <p:sp>
        <p:nvSpPr>
          <p:cNvPr id="3" name="Footer Placeholder 13">
            <a:extLst>
              <a:ext uri="{FF2B5EF4-FFF2-40B4-BE49-F238E27FC236}">
                <a16:creationId xmlns:a16="http://schemas.microsoft.com/office/drawing/2014/main" id="{04DE3A45-DE66-468F-AF22-AD8F04E24549}"/>
              </a:ext>
            </a:extLst>
          </p:cNvPr>
          <p:cNvSpPr>
            <a:spLocks noGrp="1"/>
          </p:cNvSpPr>
          <p:nvPr>
            <p:ph type="ftr" sz="quarter" idx="3"/>
          </p:nvPr>
        </p:nvSpPr>
        <p:spPr>
          <a:xfrm>
            <a:off x="8388349" y="6317991"/>
            <a:ext cx="2733041" cy="365125"/>
          </a:xfrm>
          <a:prstGeom prst="rect">
            <a:avLst/>
          </a:prstGeom>
        </p:spPr>
        <p:txBody>
          <a:bodyPr vert="horz" lIns="182880" tIns="45720" rIns="182880" bIns="45720" rtlCol="0" anchor="ctr"/>
          <a:lstStyle>
            <a:lvl1pPr algn="r">
              <a:defRPr lang="en-US" sz="1200">
                <a:solidFill>
                  <a:srgbClr val="445469"/>
                </a:solidFill>
                <a:latin typeface="Rubik" panose="00000500000000000000" pitchFamily="2" charset="-79"/>
                <a:cs typeface="Rubik" panose="00000500000000000000" pitchFamily="2" charset="-79"/>
              </a:defRPr>
            </a:lvl1pPr>
          </a:lstStyle>
          <a:p>
            <a:r>
              <a:rPr lang="en-US"/>
              <a:t>Confidential</a:t>
            </a:r>
          </a:p>
        </p:txBody>
      </p:sp>
      <p:cxnSp>
        <p:nvCxnSpPr>
          <p:cNvPr id="4" name="Straight Connector 3">
            <a:extLst>
              <a:ext uri="{FF2B5EF4-FFF2-40B4-BE49-F238E27FC236}">
                <a16:creationId xmlns:a16="http://schemas.microsoft.com/office/drawing/2014/main" id="{37557179-1A6F-47A1-BF4A-D176711A4FD3}"/>
              </a:ext>
            </a:extLst>
          </p:cNvPr>
          <p:cNvCxnSpPr>
            <a:cxnSpLocks/>
          </p:cNvCxnSpPr>
          <p:nvPr userDrawn="1"/>
        </p:nvCxnSpPr>
        <p:spPr>
          <a:xfrm>
            <a:off x="11122660" y="6317673"/>
            <a:ext cx="0" cy="365760"/>
          </a:xfrm>
          <a:prstGeom prst="line">
            <a:avLst/>
          </a:prstGeom>
          <a:ln w="12700">
            <a:solidFill>
              <a:srgbClr val="4454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062958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Section Header-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rgbClr val="14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C3F42789-AC54-49A7-9D07-3984981B514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954" r="86556" b="41261"/>
          <a:stretch/>
        </p:blipFill>
        <p:spPr>
          <a:xfrm>
            <a:off x="4511499" y="1"/>
            <a:ext cx="7680501" cy="6858000"/>
          </a:xfrm>
          <a:prstGeom prst="rect">
            <a:avLst/>
          </a:prstGeom>
          <a:effectLst>
            <a:innerShdw blurRad="635000" dist="50800" dir="8100000">
              <a:prstClr val="black">
                <a:alpha val="40000"/>
              </a:prstClr>
            </a:innerShdw>
          </a:effectLst>
        </p:spPr>
      </p:pic>
      <p:sp>
        <p:nvSpPr>
          <p:cNvPr id="2" name="Title 1"/>
          <p:cNvSpPr>
            <a:spLocks noGrp="1"/>
          </p:cNvSpPr>
          <p:nvPr>
            <p:ph type="ctrTitle"/>
          </p:nvPr>
        </p:nvSpPr>
        <p:spPr>
          <a:xfrm>
            <a:off x="965200" y="2396064"/>
            <a:ext cx="7479553" cy="1498595"/>
          </a:xfrm>
        </p:spPr>
        <p:txBody>
          <a:bodyPr lIns="91440" tIns="45720" bIns="45720" anchor="b">
            <a:noAutofit/>
          </a:bodyPr>
          <a:lstStyle>
            <a:lvl1pPr algn="l">
              <a:lnSpc>
                <a:spcPct val="83000"/>
              </a:lnSpc>
              <a:defRPr lang="en-US" sz="4800" b="0" kern="1200" cap="none" spc="-100" baseline="0" dirty="0">
                <a:solidFill>
                  <a:srgbClr val="F7941D"/>
                </a:solidFill>
                <a:effectLst/>
                <a:latin typeface="Rubik Light" panose="00000400000000000000" pitchFamily="2" charset="-79"/>
                <a:ea typeface="+mn-ea"/>
                <a:cs typeface="Rubik Light" panose="00000400000000000000" pitchFamily="2" charset="-79"/>
              </a:defRPr>
            </a:lvl1pPr>
          </a:lstStyle>
          <a:p>
            <a:r>
              <a:rPr lang="en-US"/>
              <a:t>Click to edit Master title style</a:t>
            </a:r>
            <a:endParaRPr lang="en-US" dirty="0"/>
          </a:p>
        </p:txBody>
      </p:sp>
      <p:sp>
        <p:nvSpPr>
          <p:cNvPr id="3" name="Subtitle 2"/>
          <p:cNvSpPr>
            <a:spLocks noGrp="1"/>
          </p:cNvSpPr>
          <p:nvPr>
            <p:ph type="subTitle" idx="1"/>
          </p:nvPr>
        </p:nvSpPr>
        <p:spPr>
          <a:xfrm>
            <a:off x="965200" y="3894660"/>
            <a:ext cx="7482107" cy="457201"/>
          </a:xfrm>
        </p:spPr>
        <p:txBody>
          <a:bodyPr lIns="91440">
            <a:noAutofit/>
          </a:bodyPr>
          <a:lstStyle>
            <a:lvl1pPr marL="0" indent="0" algn="l">
              <a:spcBef>
                <a:spcPts val="0"/>
              </a:spcBef>
              <a:buNone/>
              <a:defRPr sz="1800" b="1" spc="80" baseline="0">
                <a:solidFill>
                  <a:schemeClr val="bg1"/>
                </a:solidFill>
                <a:latin typeface="Rubik" panose="00000500000000000000" pitchFamily="2" charset="-79"/>
                <a:cs typeface="Rubik" panose="00000500000000000000" pitchFamily="2" charset="-79"/>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079111EA-F651-4C33-9691-56304EEBC6A8}"/>
              </a:ext>
            </a:extLst>
          </p:cNvPr>
          <p:cNvSpPr/>
          <p:nvPr/>
        </p:nvSpPr>
        <p:spPr>
          <a:xfrm>
            <a:off x="1061720" y="3838786"/>
            <a:ext cx="605155" cy="50792"/>
          </a:xfrm>
          <a:prstGeom prst="rect">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25361632-9559-4C37-98D7-E111E67EDB51}"/>
              </a:ext>
            </a:extLst>
          </p:cNvPr>
          <p:cNvSpPr/>
          <p:nvPr/>
        </p:nvSpPr>
        <p:spPr>
          <a:xfrm>
            <a:off x="7990842" y="1544627"/>
            <a:ext cx="1008432" cy="993292"/>
          </a:xfrm>
          <a:custGeom>
            <a:avLst/>
            <a:gdLst>
              <a:gd name="connsiteX0" fmla="*/ 1554329 w 1554329"/>
              <a:gd name="connsiteY0" fmla="*/ 1232524 h 1530991"/>
              <a:gd name="connsiteX1" fmla="*/ 1554329 w 1554329"/>
              <a:gd name="connsiteY1" fmla="*/ 1457856 h 1530991"/>
              <a:gd name="connsiteX2" fmla="*/ 1481194 w 1554329"/>
              <a:gd name="connsiteY2" fmla="*/ 1530991 h 1530991"/>
              <a:gd name="connsiteX3" fmla="*/ 1255862 w 1554329"/>
              <a:gd name="connsiteY3" fmla="*/ 1530991 h 1530991"/>
              <a:gd name="connsiteX4" fmla="*/ 1554329 w 1554329"/>
              <a:gd name="connsiteY4" fmla="*/ 780647 h 1530991"/>
              <a:gd name="connsiteX5" fmla="*/ 1554329 w 1554329"/>
              <a:gd name="connsiteY5" fmla="*/ 1003534 h 1530991"/>
              <a:gd name="connsiteX6" fmla="*/ 1026872 w 1554329"/>
              <a:gd name="connsiteY6" fmla="*/ 1530991 h 1530991"/>
              <a:gd name="connsiteX7" fmla="*/ 803985 w 1554329"/>
              <a:gd name="connsiteY7" fmla="*/ 1530991 h 1530991"/>
              <a:gd name="connsiteX8" fmla="*/ 1554329 w 1554329"/>
              <a:gd name="connsiteY8" fmla="*/ 328768 h 1530991"/>
              <a:gd name="connsiteX9" fmla="*/ 1554329 w 1554329"/>
              <a:gd name="connsiteY9" fmla="*/ 551657 h 1530991"/>
              <a:gd name="connsiteX10" fmla="*/ 574996 w 1554329"/>
              <a:gd name="connsiteY10" fmla="*/ 1530991 h 1530991"/>
              <a:gd name="connsiteX11" fmla="*/ 352106 w 1554329"/>
              <a:gd name="connsiteY11" fmla="*/ 1530991 h 1530991"/>
              <a:gd name="connsiteX12" fmla="*/ 1431216 w 1554329"/>
              <a:gd name="connsiteY12" fmla="*/ 0 h 1530991"/>
              <a:gd name="connsiteX13" fmla="*/ 1481194 w 1554329"/>
              <a:gd name="connsiteY13" fmla="*/ 0 h 1530991"/>
              <a:gd name="connsiteX14" fmla="*/ 1554329 w 1554329"/>
              <a:gd name="connsiteY14" fmla="*/ 73135 h 1530991"/>
              <a:gd name="connsiteX15" fmla="*/ 1554329 w 1554329"/>
              <a:gd name="connsiteY15" fmla="*/ 99778 h 1530991"/>
              <a:gd name="connsiteX16" fmla="*/ 123117 w 1554329"/>
              <a:gd name="connsiteY16" fmla="*/ 1530991 h 1530991"/>
              <a:gd name="connsiteX17" fmla="*/ 73135 w 1554329"/>
              <a:gd name="connsiteY17" fmla="*/ 1530991 h 1530991"/>
              <a:gd name="connsiteX18" fmla="*/ 0 w 1554329"/>
              <a:gd name="connsiteY18" fmla="*/ 1457856 h 1530991"/>
              <a:gd name="connsiteX19" fmla="*/ 0 w 1554329"/>
              <a:gd name="connsiteY19" fmla="*/ 1431217 h 1530991"/>
              <a:gd name="connsiteX20" fmla="*/ 979338 w 1554329"/>
              <a:gd name="connsiteY20" fmla="*/ 0 h 1530991"/>
              <a:gd name="connsiteX21" fmla="*/ 1202227 w 1554329"/>
              <a:gd name="connsiteY21" fmla="*/ 0 h 1530991"/>
              <a:gd name="connsiteX22" fmla="*/ 0 w 1554329"/>
              <a:gd name="connsiteY22" fmla="*/ 1202228 h 1530991"/>
              <a:gd name="connsiteX23" fmla="*/ 0 w 1554329"/>
              <a:gd name="connsiteY23" fmla="*/ 979338 h 1530991"/>
              <a:gd name="connsiteX24" fmla="*/ 527458 w 1554329"/>
              <a:gd name="connsiteY24" fmla="*/ 0 h 1530991"/>
              <a:gd name="connsiteX25" fmla="*/ 750348 w 1554329"/>
              <a:gd name="connsiteY25" fmla="*/ 0 h 1530991"/>
              <a:gd name="connsiteX26" fmla="*/ 0 w 1554329"/>
              <a:gd name="connsiteY26" fmla="*/ 750349 h 1530991"/>
              <a:gd name="connsiteX27" fmla="*/ 0 w 1554329"/>
              <a:gd name="connsiteY27" fmla="*/ 527458 h 1530991"/>
              <a:gd name="connsiteX28" fmla="*/ 73135 w 1554329"/>
              <a:gd name="connsiteY28" fmla="*/ 0 h 1530991"/>
              <a:gd name="connsiteX29" fmla="*/ 298469 w 1554329"/>
              <a:gd name="connsiteY29" fmla="*/ 0 h 1530991"/>
              <a:gd name="connsiteX30" fmla="*/ 0 w 1554329"/>
              <a:gd name="connsiteY30" fmla="*/ 298469 h 1530991"/>
              <a:gd name="connsiteX31" fmla="*/ 0 w 1554329"/>
              <a:gd name="connsiteY31" fmla="*/ 73135 h 1530991"/>
              <a:gd name="connsiteX32" fmla="*/ 73135 w 1554329"/>
              <a:gd name="connsiteY32" fmla="*/ 0 h 1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54329" h="1530991">
                <a:moveTo>
                  <a:pt x="1554329" y="1232524"/>
                </a:moveTo>
                <a:lnTo>
                  <a:pt x="1554329" y="1457856"/>
                </a:lnTo>
                <a:cubicBezTo>
                  <a:pt x="1554329" y="1498247"/>
                  <a:pt x="1521585" y="1530991"/>
                  <a:pt x="1481194" y="1530991"/>
                </a:cubicBezTo>
                <a:lnTo>
                  <a:pt x="1255862" y="1530991"/>
                </a:lnTo>
                <a:close/>
                <a:moveTo>
                  <a:pt x="1554329" y="780647"/>
                </a:moveTo>
                <a:lnTo>
                  <a:pt x="1554329" y="1003534"/>
                </a:lnTo>
                <a:lnTo>
                  <a:pt x="1026872" y="1530991"/>
                </a:lnTo>
                <a:lnTo>
                  <a:pt x="803985" y="1530991"/>
                </a:lnTo>
                <a:close/>
                <a:moveTo>
                  <a:pt x="1554329" y="328768"/>
                </a:moveTo>
                <a:lnTo>
                  <a:pt x="1554329" y="551657"/>
                </a:lnTo>
                <a:lnTo>
                  <a:pt x="574996" y="1530991"/>
                </a:lnTo>
                <a:lnTo>
                  <a:pt x="352106" y="1530991"/>
                </a:lnTo>
                <a:close/>
                <a:moveTo>
                  <a:pt x="1431216" y="0"/>
                </a:moveTo>
                <a:lnTo>
                  <a:pt x="1481194" y="0"/>
                </a:lnTo>
                <a:cubicBezTo>
                  <a:pt x="1521585" y="0"/>
                  <a:pt x="1554329" y="32744"/>
                  <a:pt x="1554329" y="73135"/>
                </a:cubicBezTo>
                <a:lnTo>
                  <a:pt x="1554329" y="99778"/>
                </a:lnTo>
                <a:lnTo>
                  <a:pt x="123117" y="1530991"/>
                </a:lnTo>
                <a:lnTo>
                  <a:pt x="73135" y="1530991"/>
                </a:lnTo>
                <a:cubicBezTo>
                  <a:pt x="32744" y="1530991"/>
                  <a:pt x="0" y="1498247"/>
                  <a:pt x="0" y="1457856"/>
                </a:cubicBezTo>
                <a:lnTo>
                  <a:pt x="0" y="1431217"/>
                </a:lnTo>
                <a:close/>
                <a:moveTo>
                  <a:pt x="979338" y="0"/>
                </a:moveTo>
                <a:lnTo>
                  <a:pt x="1202227" y="0"/>
                </a:lnTo>
                <a:lnTo>
                  <a:pt x="0" y="1202228"/>
                </a:lnTo>
                <a:lnTo>
                  <a:pt x="0" y="979338"/>
                </a:lnTo>
                <a:close/>
                <a:moveTo>
                  <a:pt x="527458" y="0"/>
                </a:moveTo>
                <a:lnTo>
                  <a:pt x="750348"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14385F"/>
          </a:solidFill>
          <a:ln w="6761" cap="flat">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pic>
        <p:nvPicPr>
          <p:cNvPr id="10" name="Picture 9" descr="A picture containing object, clock&#10;&#10;Description automatically generated">
            <a:extLst>
              <a:ext uri="{FF2B5EF4-FFF2-40B4-BE49-F238E27FC236}">
                <a16:creationId xmlns:a16="http://schemas.microsoft.com/office/drawing/2014/main" id="{A43E55B7-D43E-4EDC-87EB-D8D081A81244}"/>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tretch>
            <a:fillRect/>
          </a:stretch>
        </p:blipFill>
        <p:spPr>
          <a:xfrm>
            <a:off x="965200" y="1073141"/>
            <a:ext cx="2181595" cy="605756"/>
          </a:xfrm>
          <a:prstGeom prst="rect">
            <a:avLst/>
          </a:prstGeom>
        </p:spPr>
      </p:pic>
    </p:spTree>
    <p:extLst>
      <p:ext uri="{BB962C8B-B14F-4D97-AF65-F5344CB8AC3E}">
        <p14:creationId xmlns:p14="http://schemas.microsoft.com/office/powerpoint/2010/main" val="27826636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6_Title and Conten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7D54C86-59D3-4F0D-B5BC-793B9F4F630D}"/>
              </a:ext>
            </a:extLst>
          </p:cNvPr>
          <p:cNvSpPr/>
          <p:nvPr/>
        </p:nvSpPr>
        <p:spPr>
          <a:xfrm>
            <a:off x="5161840" y="1037442"/>
            <a:ext cx="369757" cy="369757"/>
          </a:xfrm>
          <a:prstGeom prst="roundRect">
            <a:avLst>
              <a:gd name="adj" fmla="val 4301"/>
            </a:avLst>
          </a:prstGeom>
          <a:solidFill>
            <a:srgbClr val="0F24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F8C40DA-CBDD-4796-BCFB-47DB1C861DDA}"/>
              </a:ext>
            </a:extLst>
          </p:cNvPr>
          <p:cNvSpPr/>
          <p:nvPr/>
        </p:nvSpPr>
        <p:spPr>
          <a:xfrm>
            <a:off x="5161839" y="1450947"/>
            <a:ext cx="369757" cy="369757"/>
          </a:xfrm>
          <a:prstGeom prst="roundRect">
            <a:avLst>
              <a:gd name="adj" fmla="val 4301"/>
            </a:avLst>
          </a:prstGeom>
          <a:solidFill>
            <a:srgbClr val="14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CFAA43D-215E-449D-9A6F-E90C69BCE052}"/>
              </a:ext>
            </a:extLst>
          </p:cNvPr>
          <p:cNvSpPr/>
          <p:nvPr/>
        </p:nvSpPr>
        <p:spPr>
          <a:xfrm>
            <a:off x="5161838" y="1864452"/>
            <a:ext cx="369757" cy="369757"/>
          </a:xfrm>
          <a:prstGeom prst="roundRect">
            <a:avLst>
              <a:gd name="adj" fmla="val 4301"/>
            </a:avLst>
          </a:prstGeom>
          <a:solidFill>
            <a:srgbClr val="0054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3160EBF-8669-4241-A518-7602F5F12654}"/>
              </a:ext>
            </a:extLst>
          </p:cNvPr>
          <p:cNvSpPr/>
          <p:nvPr/>
        </p:nvSpPr>
        <p:spPr>
          <a:xfrm>
            <a:off x="5161838" y="3104967"/>
            <a:ext cx="369757" cy="369757"/>
          </a:xfrm>
          <a:prstGeom prst="roundRect">
            <a:avLst>
              <a:gd name="adj" fmla="val 4301"/>
            </a:avLst>
          </a:prstGeom>
          <a:solidFill>
            <a:srgbClr val="5CA9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754E5000-5B84-40A5-B5A3-830BA022B883}"/>
              </a:ext>
            </a:extLst>
          </p:cNvPr>
          <p:cNvSpPr/>
          <p:nvPr/>
        </p:nvSpPr>
        <p:spPr>
          <a:xfrm>
            <a:off x="5161835" y="3518471"/>
            <a:ext cx="369757" cy="369757"/>
          </a:xfrm>
          <a:prstGeom prst="roundRect">
            <a:avLst>
              <a:gd name="adj" fmla="val 4301"/>
            </a:avLst>
          </a:prstGeom>
          <a:solidFill>
            <a:srgbClr val="8AC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1E1FAE7-7587-4F6E-A3C6-8613EDD8B382}"/>
              </a:ext>
            </a:extLst>
          </p:cNvPr>
          <p:cNvSpPr/>
          <p:nvPr/>
        </p:nvSpPr>
        <p:spPr>
          <a:xfrm>
            <a:off x="5161838" y="2277957"/>
            <a:ext cx="369757" cy="369757"/>
          </a:xfrm>
          <a:prstGeom prst="roundRect">
            <a:avLst>
              <a:gd name="adj" fmla="val 4301"/>
            </a:avLst>
          </a:prstGeom>
          <a:solidFill>
            <a:srgbClr val="1371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09B6A84-76DF-414E-BCC8-F6F8D8305D24}"/>
              </a:ext>
            </a:extLst>
          </p:cNvPr>
          <p:cNvSpPr/>
          <p:nvPr/>
        </p:nvSpPr>
        <p:spPr>
          <a:xfrm>
            <a:off x="5161838" y="2691462"/>
            <a:ext cx="369757" cy="369757"/>
          </a:xfrm>
          <a:prstGeom prst="roundRect">
            <a:avLst>
              <a:gd name="adj" fmla="val 4301"/>
            </a:avLst>
          </a:prstGeom>
          <a:solidFill>
            <a:srgbClr val="4B8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241ABE12-11E5-4689-B5F8-E6CD97EAA648}"/>
              </a:ext>
            </a:extLst>
          </p:cNvPr>
          <p:cNvSpPr/>
          <p:nvPr/>
        </p:nvSpPr>
        <p:spPr>
          <a:xfrm>
            <a:off x="7520027" y="1037442"/>
            <a:ext cx="369757" cy="369757"/>
          </a:xfrm>
          <a:prstGeom prst="roundRect">
            <a:avLst>
              <a:gd name="adj" fmla="val 4301"/>
            </a:avLst>
          </a:prstGeom>
          <a:solidFill>
            <a:srgbClr val="4454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4B39046D-8FDB-4F64-B4E3-C01D95144B1B}"/>
              </a:ext>
            </a:extLst>
          </p:cNvPr>
          <p:cNvSpPr/>
          <p:nvPr/>
        </p:nvSpPr>
        <p:spPr>
          <a:xfrm>
            <a:off x="7520027" y="1440184"/>
            <a:ext cx="369757" cy="369757"/>
          </a:xfrm>
          <a:prstGeom prst="roundRect">
            <a:avLst>
              <a:gd name="adj" fmla="val 4301"/>
            </a:avLst>
          </a:prstGeom>
          <a:solidFill>
            <a:srgbClr val="BF3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6786011-3D7A-4764-8E31-8FEBC7EBA1EF}"/>
              </a:ext>
            </a:extLst>
          </p:cNvPr>
          <p:cNvSpPr/>
          <p:nvPr/>
        </p:nvSpPr>
        <p:spPr>
          <a:xfrm>
            <a:off x="7520026" y="1842926"/>
            <a:ext cx="369757" cy="369757"/>
          </a:xfrm>
          <a:prstGeom prst="roundRect">
            <a:avLst>
              <a:gd name="adj" fmla="val 4301"/>
            </a:avLst>
          </a:prstGeom>
          <a:solidFill>
            <a:srgbClr val="F794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20" name="Rectangle: Rounded Corners 19">
            <a:extLst>
              <a:ext uri="{FF2B5EF4-FFF2-40B4-BE49-F238E27FC236}">
                <a16:creationId xmlns:a16="http://schemas.microsoft.com/office/drawing/2014/main" id="{7D93A8B7-209B-4301-827C-E2B61886DA25}"/>
              </a:ext>
            </a:extLst>
          </p:cNvPr>
          <p:cNvSpPr/>
          <p:nvPr/>
        </p:nvSpPr>
        <p:spPr>
          <a:xfrm>
            <a:off x="7520026" y="2245668"/>
            <a:ext cx="369757" cy="369757"/>
          </a:xfrm>
          <a:prstGeom prst="roundRect">
            <a:avLst>
              <a:gd name="adj" fmla="val 4301"/>
            </a:avLst>
          </a:prstGeom>
          <a:solidFill>
            <a:srgbClr val="9CBB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F6AF3C4-A811-45F5-8655-709FF0676AA5}"/>
              </a:ext>
            </a:extLst>
          </p:cNvPr>
          <p:cNvSpPr/>
          <p:nvPr/>
        </p:nvSpPr>
        <p:spPr>
          <a:xfrm>
            <a:off x="7520026" y="2648409"/>
            <a:ext cx="369757" cy="369757"/>
          </a:xfrm>
          <a:prstGeom prst="roundRect">
            <a:avLst>
              <a:gd name="adj" fmla="val 4301"/>
            </a:avLst>
          </a:prstGeom>
          <a:solidFill>
            <a:srgbClr val="07A2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AC49F64-C7C3-47CA-AD82-9F698E04DD55}"/>
              </a:ext>
            </a:extLst>
          </p:cNvPr>
          <p:cNvSpPr txBox="1"/>
          <p:nvPr/>
        </p:nvSpPr>
        <p:spPr>
          <a:xfrm>
            <a:off x="4611255" y="580189"/>
            <a:ext cx="1470915" cy="369332"/>
          </a:xfrm>
          <a:prstGeom prst="rect">
            <a:avLst/>
          </a:prstGeom>
          <a:noFill/>
        </p:spPr>
        <p:txBody>
          <a:bodyPr wrap="none" rtlCol="0">
            <a:spAutoFit/>
          </a:bodyPr>
          <a:lstStyle/>
          <a:p>
            <a:pPr algn="ctr"/>
            <a:r>
              <a:rPr lang="en-US">
                <a:latin typeface="Rubik" panose="00000500000000000000" pitchFamily="2" charset="-79"/>
                <a:cs typeface="Rubik" panose="00000500000000000000" pitchFamily="2" charset="-79"/>
              </a:rPr>
              <a:t>Background</a:t>
            </a:r>
          </a:p>
        </p:txBody>
      </p:sp>
      <p:sp>
        <p:nvSpPr>
          <p:cNvPr id="23" name="TextBox 22">
            <a:extLst>
              <a:ext uri="{FF2B5EF4-FFF2-40B4-BE49-F238E27FC236}">
                <a16:creationId xmlns:a16="http://schemas.microsoft.com/office/drawing/2014/main" id="{BCE9EDF9-3873-4F15-98C2-5112FE57A499}"/>
              </a:ext>
            </a:extLst>
          </p:cNvPr>
          <p:cNvSpPr txBox="1"/>
          <p:nvPr/>
        </p:nvSpPr>
        <p:spPr>
          <a:xfrm>
            <a:off x="7095222" y="580189"/>
            <a:ext cx="1330814" cy="369332"/>
          </a:xfrm>
          <a:prstGeom prst="rect">
            <a:avLst/>
          </a:prstGeom>
          <a:noFill/>
        </p:spPr>
        <p:txBody>
          <a:bodyPr wrap="none" rtlCol="0">
            <a:spAutoFit/>
          </a:bodyPr>
          <a:lstStyle/>
          <a:p>
            <a:r>
              <a:rPr lang="en-US">
                <a:latin typeface="Rubik" panose="00000500000000000000" pitchFamily="2" charset="-79"/>
                <a:cs typeface="Rubik" panose="00000500000000000000" pitchFamily="2" charset="-79"/>
              </a:rPr>
              <a:t>Secondary</a:t>
            </a:r>
          </a:p>
        </p:txBody>
      </p:sp>
      <p:sp>
        <p:nvSpPr>
          <p:cNvPr id="24" name="Rectangle: Rounded Corners 23">
            <a:extLst>
              <a:ext uri="{FF2B5EF4-FFF2-40B4-BE49-F238E27FC236}">
                <a16:creationId xmlns:a16="http://schemas.microsoft.com/office/drawing/2014/main" id="{A5A230E8-2982-41CE-A8C7-DA2CB6841877}"/>
              </a:ext>
            </a:extLst>
          </p:cNvPr>
          <p:cNvSpPr/>
          <p:nvPr/>
        </p:nvSpPr>
        <p:spPr>
          <a:xfrm>
            <a:off x="1677496" y="2647714"/>
            <a:ext cx="602019" cy="602019"/>
          </a:xfrm>
          <a:prstGeom prst="roundRect">
            <a:avLst>
              <a:gd name="adj" fmla="val 4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445469"/>
                </a:solidFill>
                <a:latin typeface="Rubik" panose="00000500000000000000" pitchFamily="2" charset="-79"/>
                <a:cs typeface="Rubik" panose="00000500000000000000" pitchFamily="2" charset="-79"/>
              </a:rPr>
              <a:t>A</a:t>
            </a:r>
          </a:p>
        </p:txBody>
      </p:sp>
      <p:sp>
        <p:nvSpPr>
          <p:cNvPr id="25" name="Rectangle: Rounded Corners 24">
            <a:extLst>
              <a:ext uri="{FF2B5EF4-FFF2-40B4-BE49-F238E27FC236}">
                <a16:creationId xmlns:a16="http://schemas.microsoft.com/office/drawing/2014/main" id="{5DE6D3EA-7C85-4DBE-9766-346EE8DE3FAA}"/>
              </a:ext>
            </a:extLst>
          </p:cNvPr>
          <p:cNvSpPr/>
          <p:nvPr/>
        </p:nvSpPr>
        <p:spPr>
          <a:xfrm>
            <a:off x="2301813" y="2647714"/>
            <a:ext cx="602019" cy="602019"/>
          </a:xfrm>
          <a:prstGeom prst="roundRect">
            <a:avLst>
              <a:gd name="adj" fmla="val 4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0F2446"/>
                </a:solidFill>
                <a:latin typeface="Rubik" panose="00000500000000000000" pitchFamily="2" charset="-79"/>
                <a:cs typeface="Rubik" panose="00000500000000000000" pitchFamily="2" charset="-79"/>
              </a:rPr>
              <a:t>A</a:t>
            </a:r>
          </a:p>
        </p:txBody>
      </p:sp>
      <p:sp>
        <p:nvSpPr>
          <p:cNvPr id="26" name="Rectangle: Rounded Corners 25">
            <a:extLst>
              <a:ext uri="{FF2B5EF4-FFF2-40B4-BE49-F238E27FC236}">
                <a16:creationId xmlns:a16="http://schemas.microsoft.com/office/drawing/2014/main" id="{C4B52349-3DF9-40E8-8096-98790B2A238D}"/>
              </a:ext>
            </a:extLst>
          </p:cNvPr>
          <p:cNvSpPr/>
          <p:nvPr/>
        </p:nvSpPr>
        <p:spPr>
          <a:xfrm>
            <a:off x="2926129" y="2647714"/>
            <a:ext cx="602019" cy="602019"/>
          </a:xfrm>
          <a:prstGeom prst="roundRect">
            <a:avLst>
              <a:gd name="adj" fmla="val 4301"/>
            </a:avLst>
          </a:prstGeom>
          <a:solidFill>
            <a:srgbClr val="F794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b="1">
                <a:solidFill>
                  <a:schemeClr val="bg1"/>
                </a:solidFill>
                <a:latin typeface="Rubik" panose="00000500000000000000" pitchFamily="2" charset="-79"/>
                <a:cs typeface="Rubik" panose="00000500000000000000" pitchFamily="2" charset="-79"/>
              </a:rPr>
              <a:t>A</a:t>
            </a:r>
          </a:p>
        </p:txBody>
      </p:sp>
      <p:sp>
        <p:nvSpPr>
          <p:cNvPr id="27" name="Rectangle: Rounded Corners 26">
            <a:extLst>
              <a:ext uri="{FF2B5EF4-FFF2-40B4-BE49-F238E27FC236}">
                <a16:creationId xmlns:a16="http://schemas.microsoft.com/office/drawing/2014/main" id="{1BD5E3BE-ACB8-4888-8A2C-C819BD0B9680}"/>
              </a:ext>
            </a:extLst>
          </p:cNvPr>
          <p:cNvSpPr/>
          <p:nvPr/>
        </p:nvSpPr>
        <p:spPr>
          <a:xfrm>
            <a:off x="3550446" y="2647714"/>
            <a:ext cx="602019" cy="602019"/>
          </a:xfrm>
          <a:prstGeom prst="roundRect">
            <a:avLst>
              <a:gd name="adj" fmla="val 4301"/>
            </a:avLst>
          </a:prstGeom>
          <a:solidFill>
            <a:srgbClr val="9CBB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Rubik" panose="00000500000000000000" pitchFamily="2" charset="-79"/>
                <a:cs typeface="Rubik" panose="00000500000000000000" pitchFamily="2" charset="-79"/>
              </a:rPr>
              <a:t>A</a:t>
            </a:r>
          </a:p>
        </p:txBody>
      </p:sp>
      <p:sp>
        <p:nvSpPr>
          <p:cNvPr id="29" name="TextBox 28">
            <a:extLst>
              <a:ext uri="{FF2B5EF4-FFF2-40B4-BE49-F238E27FC236}">
                <a16:creationId xmlns:a16="http://schemas.microsoft.com/office/drawing/2014/main" id="{CEFAC12F-99A1-47E8-A53D-86836BC6C798}"/>
              </a:ext>
            </a:extLst>
          </p:cNvPr>
          <p:cNvSpPr txBox="1"/>
          <p:nvPr/>
        </p:nvSpPr>
        <p:spPr>
          <a:xfrm>
            <a:off x="184283" y="2764057"/>
            <a:ext cx="659155" cy="369332"/>
          </a:xfrm>
          <a:prstGeom prst="rect">
            <a:avLst/>
          </a:prstGeom>
          <a:noFill/>
        </p:spPr>
        <p:txBody>
          <a:bodyPr wrap="none" rtlCol="0">
            <a:spAutoFit/>
          </a:bodyPr>
          <a:lstStyle/>
          <a:p>
            <a:r>
              <a:rPr lang="en-US">
                <a:latin typeface="Rubik" panose="00000500000000000000" pitchFamily="2" charset="-79"/>
                <a:cs typeface="Rubik" panose="00000500000000000000" pitchFamily="2" charset="-79"/>
              </a:rPr>
              <a:t>Text</a:t>
            </a:r>
          </a:p>
        </p:txBody>
      </p:sp>
      <p:sp>
        <p:nvSpPr>
          <p:cNvPr id="2" name="Rectangle 1">
            <a:extLst>
              <a:ext uri="{FF2B5EF4-FFF2-40B4-BE49-F238E27FC236}">
                <a16:creationId xmlns:a16="http://schemas.microsoft.com/office/drawing/2014/main" id="{33AF79CC-B890-4BEB-8AA7-AC6C4F6FE070}"/>
              </a:ext>
            </a:extLst>
          </p:cNvPr>
          <p:cNvSpPr/>
          <p:nvPr userDrawn="1"/>
        </p:nvSpPr>
        <p:spPr>
          <a:xfrm>
            <a:off x="5699919" y="1451372"/>
            <a:ext cx="1116011" cy="369332"/>
          </a:xfrm>
          <a:prstGeom prst="rect">
            <a:avLst/>
          </a:prstGeom>
        </p:spPr>
        <p:txBody>
          <a:bodyPr wrap="none">
            <a:spAutoFit/>
          </a:bodyPr>
          <a:lstStyle/>
          <a:p>
            <a:r>
              <a:rPr lang="en-US"/>
              <a:t>#14385F</a:t>
            </a:r>
          </a:p>
        </p:txBody>
      </p:sp>
    </p:spTree>
    <p:extLst>
      <p:ext uri="{BB962C8B-B14F-4D97-AF65-F5344CB8AC3E}">
        <p14:creationId xmlns:p14="http://schemas.microsoft.com/office/powerpoint/2010/main" val="7829747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xt, Large Graphic">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vert="horz" lIns="0" tIns="0" rIns="0" bIns="0" rtlCol="0">
            <a:noAutofit/>
          </a:bodyPr>
          <a:lstStyle>
            <a:lvl1pPr>
              <a:defRPr lang="en-US" sz="1600" noProof="0" smtClean="0"/>
            </a:lvl1pPr>
            <a:lvl2pPr>
              <a:defRPr lang="en-US" sz="1600" noProof="0" smtClean="0"/>
            </a:lvl2pPr>
            <a:lvl3pPr>
              <a:defRPr lang="en-US" sz="1600" noProof="0" smtClean="0"/>
            </a:lvl3pPr>
            <a:lvl4pPr>
              <a:defRPr lang="en-US" sz="1600" noProof="0" smtClean="0"/>
            </a:lvl4pPr>
            <a:lvl5pPr>
              <a:defRPr lang="en-US" sz="1600" noProof="0" dirty="0"/>
            </a:lvl5pPr>
          </a:lstStyle>
          <a:p>
            <a:pPr lvl="0">
              <a:tabLst>
                <a:tab pos="8972326" algn="r"/>
              </a:tabLst>
            </a:pPr>
            <a:r>
              <a:rPr lang="en-US" noProof="0"/>
              <a:t>Edit Master text styles</a:t>
            </a:r>
          </a:p>
          <a:p>
            <a:pPr lvl="1">
              <a:tabLst>
                <a:tab pos="8972326" algn="r"/>
              </a:tabLst>
            </a:pPr>
            <a:r>
              <a:rPr lang="en-US" noProof="0"/>
              <a:t>Second level</a:t>
            </a:r>
          </a:p>
          <a:p>
            <a:pPr lvl="2">
              <a:tabLst>
                <a:tab pos="8972326" algn="r"/>
              </a:tabLst>
            </a:pPr>
            <a:r>
              <a:rPr lang="en-US" noProof="0"/>
              <a:t>Third level</a:t>
            </a:r>
          </a:p>
          <a:p>
            <a:pPr lvl="3">
              <a:tabLst>
                <a:tab pos="8972326" algn="r"/>
              </a:tabLst>
            </a:pPr>
            <a:r>
              <a:rPr lang="en-US" noProof="0"/>
              <a:t>Fourth level</a:t>
            </a:r>
          </a:p>
          <a:p>
            <a:pPr lvl="4">
              <a:tabLst>
                <a:tab pos="6705432" algn="r"/>
              </a:tabLst>
            </a:pPr>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vert="horz" lIns="0" tIns="0" rIns="0" bIns="0" rtlCol="0">
            <a:noAutofit/>
          </a:bodyPr>
          <a:lstStyle>
            <a:lvl1pPr>
              <a:defRPr lang="en-US" sz="2000" noProof="0" dirty="0">
                <a:solidFill>
                  <a:schemeClr val="bg1">
                    <a:lumMod val="85000"/>
                  </a:schemeClr>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custDataLst>
      <p:tags r:id="rId1"/>
    </p:custDataLst>
    <p:extLst>
      <p:ext uri="{BB962C8B-B14F-4D97-AF65-F5344CB8AC3E}">
        <p14:creationId xmlns:p14="http://schemas.microsoft.com/office/powerpoint/2010/main" val="108818194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and Vertical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FD65C5-0E84-4FAE-9989-F96A7B4D9A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1" y="0"/>
            <a:ext cx="12192001" cy="6868976"/>
          </a:xfrm>
          <a:prstGeom prst="rect">
            <a:avLst/>
          </a:prstGeom>
        </p:spPr>
      </p:pic>
    </p:spTree>
    <p:extLst>
      <p:ext uri="{BB962C8B-B14F-4D97-AF65-F5344CB8AC3E}">
        <p14:creationId xmlns:p14="http://schemas.microsoft.com/office/powerpoint/2010/main" val="3477861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8_Title and Content">
    <p:bg>
      <p:bgPr>
        <a:solidFill>
          <a:srgbClr val="0F2446"/>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4963BF86-01F3-C24B-B04D-42B8A9BB6B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12192000" cy="6845300"/>
          </a:xfrm>
          <a:prstGeom prst="rect">
            <a:avLst/>
          </a:prstGeom>
        </p:spPr>
      </p:pic>
      <p:cxnSp>
        <p:nvCxnSpPr>
          <p:cNvPr id="8" name="Straight Connector 7">
            <a:extLst>
              <a:ext uri="{FF2B5EF4-FFF2-40B4-BE49-F238E27FC236}">
                <a16:creationId xmlns:a16="http://schemas.microsoft.com/office/drawing/2014/main" id="{BB09E54D-0BCB-8749-8015-6E88D76F8E6C}"/>
              </a:ext>
            </a:extLst>
          </p:cNvPr>
          <p:cNvCxnSpPr>
            <a:cxnSpLocks/>
          </p:cNvCxnSpPr>
          <p:nvPr userDrawn="1"/>
        </p:nvCxnSpPr>
        <p:spPr>
          <a:xfrm>
            <a:off x="11452003" y="6266510"/>
            <a:ext cx="0" cy="36576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13">
            <a:extLst>
              <a:ext uri="{FF2B5EF4-FFF2-40B4-BE49-F238E27FC236}">
                <a16:creationId xmlns:a16="http://schemas.microsoft.com/office/drawing/2014/main" id="{43B21D95-4026-C443-B3B9-1619AAEDC675}"/>
              </a:ext>
            </a:extLst>
          </p:cNvPr>
          <p:cNvSpPr txBox="1">
            <a:spLocks/>
          </p:cNvSpPr>
          <p:nvPr userDrawn="1"/>
        </p:nvSpPr>
        <p:spPr>
          <a:xfrm>
            <a:off x="11334191" y="6266828"/>
            <a:ext cx="596146" cy="365125"/>
          </a:xfrm>
          <a:prstGeom prst="rect">
            <a:avLst/>
          </a:prstGeom>
        </p:spPr>
        <p:txBody>
          <a:bodyPr vert="horz" lIns="182880" tIns="45720" rIns="182880" bIns="45720" rtlCol="0" anchor="ctr"/>
          <a:lstStyle>
            <a:defPPr>
              <a:defRPr lang="en-US"/>
            </a:defPPr>
            <a:lvl1pPr marL="0" algn="r" defTabSz="914400" rtl="0" eaLnBrk="1" latinLnBrk="0" hangingPunct="1">
              <a:defRPr lang="en-US" sz="1200" kern="1200">
                <a:solidFill>
                  <a:srgbClr val="445469"/>
                </a:solidFill>
                <a:latin typeface="Rubik" panose="00000500000000000000" pitchFamily="2" charset="-79"/>
                <a:ea typeface="+mn-ea"/>
                <a:cs typeface="Rubik" panose="00000500000000000000" pitchFamily="2" charset="-79"/>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4BC334-0C8F-CE44-A7B7-DF43538712AC}" type="slidenum">
              <a:rPr lang="en-US" sz="950" baseline="0" smtClean="0">
                <a:solidFill>
                  <a:schemeClr val="bg1"/>
                </a:solidFill>
                <a:latin typeface="Montserrat Light" pitchFamily="2" charset="77"/>
              </a:rPr>
              <a:t>‹#›</a:t>
            </a:fld>
            <a:endParaRPr lang="en-US" sz="950" baseline="0">
              <a:solidFill>
                <a:schemeClr val="bg1"/>
              </a:solidFill>
              <a:latin typeface="Montserrat Light" pitchFamily="2" charset="77"/>
            </a:endParaRPr>
          </a:p>
        </p:txBody>
      </p:sp>
      <p:sp>
        <p:nvSpPr>
          <p:cNvPr id="10" name="Footer Placeholder 13">
            <a:extLst>
              <a:ext uri="{FF2B5EF4-FFF2-40B4-BE49-F238E27FC236}">
                <a16:creationId xmlns:a16="http://schemas.microsoft.com/office/drawing/2014/main" id="{657F3814-81E0-6C4E-A849-43E622358557}"/>
              </a:ext>
            </a:extLst>
          </p:cNvPr>
          <p:cNvSpPr txBox="1">
            <a:spLocks/>
          </p:cNvSpPr>
          <p:nvPr userDrawn="1"/>
        </p:nvSpPr>
        <p:spPr>
          <a:xfrm>
            <a:off x="9985642" y="6266828"/>
            <a:ext cx="1466361" cy="365125"/>
          </a:xfrm>
          <a:prstGeom prst="rect">
            <a:avLst/>
          </a:prstGeom>
        </p:spPr>
        <p:txBody>
          <a:bodyPr vert="horz" lIns="182880" tIns="45720" rIns="182880" bIns="45720" rtlCol="0" anchor="ctr"/>
          <a:lstStyle>
            <a:defPPr>
              <a:defRPr lang="en-US"/>
            </a:defPPr>
            <a:lvl1pPr marL="0" algn="r" defTabSz="914400" rtl="0" eaLnBrk="1" latinLnBrk="0" hangingPunct="1">
              <a:defRPr lang="en-US" sz="1200" kern="1200">
                <a:solidFill>
                  <a:srgbClr val="445469"/>
                </a:solidFill>
                <a:latin typeface="Rubik" panose="00000500000000000000" pitchFamily="2" charset="-79"/>
                <a:ea typeface="+mn-ea"/>
                <a:cs typeface="Rubik" panose="00000500000000000000" pitchFamily="2" charset="-79"/>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aseline="0">
                <a:solidFill>
                  <a:schemeClr val="bg1"/>
                </a:solidFill>
                <a:latin typeface="Montserrat Light" pitchFamily="2" charset="77"/>
              </a:rPr>
              <a:t>Confidential</a:t>
            </a:r>
          </a:p>
        </p:txBody>
      </p:sp>
      <p:pic>
        <p:nvPicPr>
          <p:cNvPr id="11" name="Picture 10" descr="A picture containing object, clock&#10;&#10;Description automatically generated">
            <a:extLst>
              <a:ext uri="{FF2B5EF4-FFF2-40B4-BE49-F238E27FC236}">
                <a16:creationId xmlns:a16="http://schemas.microsoft.com/office/drawing/2014/main" id="{A4501679-B294-BC47-B4C7-64F43D9861DA}"/>
              </a:ext>
            </a:extLst>
          </p:cNvPr>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4372"/>
          <a:stretch/>
        </p:blipFill>
        <p:spPr>
          <a:xfrm>
            <a:off x="422572" y="6298180"/>
            <a:ext cx="1041544" cy="302421"/>
          </a:xfrm>
          <a:prstGeom prst="rect">
            <a:avLst/>
          </a:prstGeom>
        </p:spPr>
      </p:pic>
      <p:sp>
        <p:nvSpPr>
          <p:cNvPr id="2" name="Title 1">
            <a:extLst>
              <a:ext uri="{FF2B5EF4-FFF2-40B4-BE49-F238E27FC236}">
                <a16:creationId xmlns:a16="http://schemas.microsoft.com/office/drawing/2014/main" id="{3F1E4273-CF26-4C45-BBBB-F8749265C63C}"/>
              </a:ext>
            </a:extLst>
          </p:cNvPr>
          <p:cNvSpPr>
            <a:spLocks noGrp="1"/>
          </p:cNvSpPr>
          <p:nvPr>
            <p:ph type="title"/>
          </p:nvPr>
        </p:nvSpPr>
        <p:spPr>
          <a:xfrm>
            <a:off x="422572" y="434278"/>
            <a:ext cx="11346857" cy="443198"/>
          </a:xfrm>
          <a:prstGeom prst="rect">
            <a:avLst/>
          </a:prstGeom>
        </p:spPr>
        <p:txBody>
          <a:bodyPr lIns="0" tIns="0" rIns="0" bIns="0">
            <a:noAutofit/>
          </a:bodyPr>
          <a:lstStyle>
            <a:lvl1pPr>
              <a:defRPr sz="3200">
                <a:solidFill>
                  <a:schemeClr val="bg1"/>
                </a:solidFill>
                <a:latin typeface="Montserrat SemiBold" panose="00000700000000000000" pitchFamily="2" charset="0"/>
              </a:defRPr>
            </a:lvl1pPr>
          </a:lstStyle>
          <a:p>
            <a:r>
              <a:rPr lang="en-US" dirty="0"/>
              <a:t>Click to edit Master title style</a:t>
            </a:r>
            <a:endParaRPr lang="en-IN" dirty="0"/>
          </a:p>
        </p:txBody>
      </p:sp>
    </p:spTree>
    <p:extLst>
      <p:ext uri="{BB962C8B-B14F-4D97-AF65-F5344CB8AC3E}">
        <p14:creationId xmlns:p14="http://schemas.microsoft.com/office/powerpoint/2010/main" val="2390021086"/>
      </p:ext>
    </p:extLst>
  </p:cSld>
  <p:clrMapOvr>
    <a:masterClrMapping/>
  </p:clrMapOvr>
  <p:extLst>
    <p:ext uri="{DCECCB84-F9BA-43D5-87BE-67443E8EF086}">
      <p15:sldGuideLst xmlns:p15="http://schemas.microsoft.com/office/powerpoint/2012/main">
        <p15:guide id="1" orient="horz" pos="2160">
          <p15:clr>
            <a:srgbClr val="FBAE40"/>
          </p15:clr>
        </p15:guide>
        <p15:guide id="2" pos="74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9562" y="308039"/>
            <a:ext cx="11572876" cy="492443"/>
          </a:xfrm>
        </p:spPr>
        <p:txBody>
          <a:bodyPr wrap="square" lIns="0" tIns="0" rIns="0" bIns="0" anchor="t" anchorCtr="0">
            <a:spAutoFit/>
          </a:bodyPr>
          <a:lstStyle>
            <a:lvl1pPr algn="l">
              <a:defRPr sz="3200" b="0">
                <a:solidFill>
                  <a:schemeClr val="tx1"/>
                </a:solidFill>
                <a:latin typeface="Rubik SemiBold" pitchFamily="2" charset="-79"/>
                <a:cs typeface="Rubik SemiBold" pitchFamily="2" charset="-79"/>
              </a:defRPr>
            </a:lvl1pPr>
          </a:lstStyle>
          <a:p>
            <a:r>
              <a:rPr lang="en-US" dirty="0"/>
              <a:t>Click to edit Master title style</a:t>
            </a:r>
          </a:p>
        </p:txBody>
      </p:sp>
      <p:pic>
        <p:nvPicPr>
          <p:cNvPr id="9" name="Picture 8" descr="A picture containing object, clock&#10;&#10;Description automatically generated">
            <a:extLst>
              <a:ext uri="{FF2B5EF4-FFF2-40B4-BE49-F238E27FC236}">
                <a16:creationId xmlns:a16="http://schemas.microsoft.com/office/drawing/2014/main" id="{F213910E-6B2D-4D3B-A30B-3097C5F6801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8600" y="6262333"/>
            <a:ext cx="1600484" cy="444401"/>
          </a:xfrm>
          <a:prstGeom prst="rect">
            <a:avLst/>
          </a:prstGeom>
        </p:spPr>
      </p:pic>
      <p:cxnSp>
        <p:nvCxnSpPr>
          <p:cNvPr id="8" name="Straight Connector 7">
            <a:extLst>
              <a:ext uri="{FF2B5EF4-FFF2-40B4-BE49-F238E27FC236}">
                <a16:creationId xmlns:a16="http://schemas.microsoft.com/office/drawing/2014/main" id="{7D5979B5-A28C-44F2-99DD-60269431C251}"/>
              </a:ext>
            </a:extLst>
          </p:cNvPr>
          <p:cNvCxnSpPr>
            <a:cxnSpLocks/>
          </p:cNvCxnSpPr>
          <p:nvPr/>
        </p:nvCxnSpPr>
        <p:spPr>
          <a:xfrm>
            <a:off x="11439379" y="6354145"/>
            <a:ext cx="0" cy="260776"/>
          </a:xfrm>
          <a:prstGeom prst="line">
            <a:avLst/>
          </a:prstGeom>
          <a:ln w="12700">
            <a:solidFill>
              <a:srgbClr val="445469"/>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B127FE6-4B43-4629-8E3A-B41F5243896E}"/>
              </a:ext>
            </a:extLst>
          </p:cNvPr>
          <p:cNvSpPr txBox="1"/>
          <p:nvPr userDrawn="1"/>
        </p:nvSpPr>
        <p:spPr>
          <a:xfrm>
            <a:off x="10479881" y="6407589"/>
            <a:ext cx="815194" cy="153888"/>
          </a:xfrm>
          <a:prstGeom prst="rect">
            <a:avLst/>
          </a:prstGeom>
          <a:noFill/>
        </p:spPr>
        <p:txBody>
          <a:bodyPr wrap="square" lIns="0" tIns="0" rIns="0" bIns="0" rtlCol="0">
            <a:spAutoFit/>
          </a:bodyPr>
          <a:lstStyle/>
          <a:p>
            <a:pPr algn="l">
              <a:spcAft>
                <a:spcPts val="600"/>
              </a:spcAft>
            </a:pPr>
            <a:r>
              <a:rPr lang="en-IN" sz="1000">
                <a:latin typeface="Rubik" panose="00000500000000000000" pitchFamily="2" charset="-79"/>
                <a:cs typeface="Rubik" panose="00000500000000000000" pitchFamily="2" charset="-79"/>
              </a:rPr>
              <a:t>Confidential</a:t>
            </a:r>
          </a:p>
        </p:txBody>
      </p:sp>
      <p:sp>
        <p:nvSpPr>
          <p:cNvPr id="12" name="TextBox 11">
            <a:extLst>
              <a:ext uri="{FF2B5EF4-FFF2-40B4-BE49-F238E27FC236}">
                <a16:creationId xmlns:a16="http://schemas.microsoft.com/office/drawing/2014/main" id="{578B78DD-5C95-433C-833E-081AE242FF25}"/>
              </a:ext>
            </a:extLst>
          </p:cNvPr>
          <p:cNvSpPr txBox="1"/>
          <p:nvPr userDrawn="1"/>
        </p:nvSpPr>
        <p:spPr>
          <a:xfrm>
            <a:off x="11590349" y="6407589"/>
            <a:ext cx="292089" cy="153888"/>
          </a:xfrm>
          <a:prstGeom prst="rect">
            <a:avLst/>
          </a:prstGeom>
          <a:noFill/>
        </p:spPr>
        <p:txBody>
          <a:bodyPr wrap="square" lIns="0" tIns="0" rIns="0" bIns="0" rtlCol="0">
            <a:spAutoFit/>
          </a:bodyPr>
          <a:lstStyle/>
          <a:p>
            <a:pPr algn="ctr">
              <a:spcAft>
                <a:spcPts val="600"/>
              </a:spcAft>
            </a:pPr>
            <a:fld id="{6BBD9B5C-EF45-4DCF-9BF4-C71DB32B8341}" type="slidenum">
              <a:rPr lang="en-US" sz="1000" smtClean="0"/>
              <a:pPr algn="ctr">
                <a:spcAft>
                  <a:spcPts val="600"/>
                </a:spcAft>
              </a:pPr>
              <a:t>‹#›</a:t>
            </a:fld>
            <a:endParaRPr lang="en-IN" sz="1200">
              <a:latin typeface="Rubik" panose="00000500000000000000" pitchFamily="2" charset="-79"/>
              <a:cs typeface="Rubik" panose="00000500000000000000" pitchFamily="2" charset="-79"/>
            </a:endParaRPr>
          </a:p>
        </p:txBody>
      </p:sp>
    </p:spTree>
    <p:extLst>
      <p:ext uri="{BB962C8B-B14F-4D97-AF65-F5344CB8AC3E}">
        <p14:creationId xmlns:p14="http://schemas.microsoft.com/office/powerpoint/2010/main" val="2546445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311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D8F646-DD64-40E2-9DD2-EAB57ED833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120" y="6356090"/>
            <a:ext cx="1559560" cy="360042"/>
          </a:xfrm>
          <a:prstGeom prst="rect">
            <a:avLst/>
          </a:prstGeom>
        </p:spPr>
      </p:pic>
      <p:sp>
        <p:nvSpPr>
          <p:cNvPr id="6" name="Title 5">
            <a:extLst>
              <a:ext uri="{FF2B5EF4-FFF2-40B4-BE49-F238E27FC236}">
                <a16:creationId xmlns:a16="http://schemas.microsoft.com/office/drawing/2014/main" id="{D0A0BB71-4B10-4059-AB40-F00D010DC09E}"/>
              </a:ext>
            </a:extLst>
          </p:cNvPr>
          <p:cNvSpPr>
            <a:spLocks noGrp="1"/>
          </p:cNvSpPr>
          <p:nvPr>
            <p:ph type="title"/>
          </p:nvPr>
        </p:nvSpPr>
        <p:spPr>
          <a:xfrm>
            <a:off x="325120" y="399907"/>
            <a:ext cx="11541760" cy="443198"/>
          </a:xfrm>
        </p:spPr>
        <p:txBody>
          <a:bodyPr lIns="0" tIns="0" rIns="0" bIns="0" anchor="t" anchorCtr="0">
            <a:noAutofit/>
          </a:bodyPr>
          <a:lstStyle>
            <a:lvl1pPr>
              <a:defRPr sz="3600" b="1">
                <a:latin typeface="Montserrat ExtraBold" panose="00000900000000000000" pitchFamily="2" charset="0"/>
              </a:defRPr>
            </a:lvl1pPr>
          </a:lstStyle>
          <a:p>
            <a:r>
              <a:rPr lang="en-US" dirty="0"/>
              <a:t>Click to edit Master title style</a:t>
            </a:r>
            <a:endParaRPr lang="en-IN" dirty="0"/>
          </a:p>
        </p:txBody>
      </p:sp>
      <p:sp>
        <p:nvSpPr>
          <p:cNvPr id="7" name="TextBox 6">
            <a:extLst>
              <a:ext uri="{FF2B5EF4-FFF2-40B4-BE49-F238E27FC236}">
                <a16:creationId xmlns:a16="http://schemas.microsoft.com/office/drawing/2014/main" id="{B896B99E-860A-4183-A684-6BF3311C0705}"/>
              </a:ext>
            </a:extLst>
          </p:cNvPr>
          <p:cNvSpPr txBox="1"/>
          <p:nvPr userDrawn="1"/>
        </p:nvSpPr>
        <p:spPr>
          <a:xfrm>
            <a:off x="11535410" y="6466862"/>
            <a:ext cx="304800" cy="138499"/>
          </a:xfrm>
          <a:prstGeom prst="rect">
            <a:avLst/>
          </a:prstGeom>
          <a:noFill/>
        </p:spPr>
        <p:txBody>
          <a:bodyPr vert="horz" wrap="square" lIns="0" tIns="0" rIns="0" bIns="0" rtlCol="0" anchor="ctr">
            <a:spAutoFit/>
          </a:bodyPr>
          <a:lstStyle>
            <a:defPPr>
              <a:defRPr lang="en-US"/>
            </a:defPPr>
            <a:lvl1pPr algn="r">
              <a:defRPr sz="1000">
                <a:solidFill>
                  <a:schemeClr val="bg1">
                    <a:lumMod val="65000"/>
                  </a:schemeClr>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303F5E57-A000-4F99-B03A-454A51AEB9B5}" type="slidenum">
              <a:rPr lang="en-US" sz="900" smtClean="0">
                <a:solidFill>
                  <a:sysClr val="windowText" lastClr="000000"/>
                </a:solidFill>
                <a:latin typeface="+mn-lt"/>
                <a:ea typeface="Open Sans" panose="020B0606030504020204" pitchFamily="34" charset="0"/>
                <a:cs typeface="Open Sans" panose="020B0606030504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900">
              <a:solidFill>
                <a:sysClr val="windowText" lastClr="000000"/>
              </a:solidFill>
              <a:latin typeface="+mn-lt"/>
              <a:ea typeface="Open Sans" panose="020B0606030504020204" pitchFamily="34" charset="0"/>
              <a:cs typeface="Open Sans" panose="020B0606030504020204" pitchFamily="34" charset="0"/>
            </a:endParaRPr>
          </a:p>
        </p:txBody>
      </p:sp>
      <p:cxnSp>
        <p:nvCxnSpPr>
          <p:cNvPr id="4" name="Straight Connector 3">
            <a:extLst>
              <a:ext uri="{FF2B5EF4-FFF2-40B4-BE49-F238E27FC236}">
                <a16:creationId xmlns:a16="http://schemas.microsoft.com/office/drawing/2014/main" id="{5BD0057F-A16A-4180-A020-15A88C6D0D6B}"/>
              </a:ext>
            </a:extLst>
          </p:cNvPr>
          <p:cNvCxnSpPr>
            <a:cxnSpLocks/>
          </p:cNvCxnSpPr>
          <p:nvPr userDrawn="1"/>
        </p:nvCxnSpPr>
        <p:spPr>
          <a:xfrm>
            <a:off x="2032635" y="6536111"/>
            <a:ext cx="939736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893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4"/>
          <p:cNvSpPr>
            <a:spLocks noChangeArrowheads="1"/>
          </p:cNvSpPr>
          <p:nvPr userDrawn="1"/>
        </p:nvSpPr>
        <p:spPr bwMode="gray">
          <a:xfrm>
            <a:off x="11415184" y="6443663"/>
            <a:ext cx="745067" cy="381000"/>
          </a:xfrm>
          <a:prstGeom prst="rect">
            <a:avLst/>
          </a:prstGeom>
          <a:noFill/>
          <a:ln w="9525">
            <a:noFill/>
            <a:miter lim="800000"/>
            <a:headEnd/>
            <a:tailEnd/>
          </a:ln>
        </p:spPr>
        <p:txBody>
          <a:bodyPr wrap="none" lIns="0" tIns="0" rIns="0" bIns="0" anchor="ctr"/>
          <a:lstStyle/>
          <a:p>
            <a:pPr algn="ctr">
              <a:defRPr/>
            </a:pPr>
            <a:fld id="{87B9BCDA-0A73-46F0-A252-21B717EAD35C}" type="slidenum">
              <a:rPr lang="en-US" sz="1050">
                <a:solidFill>
                  <a:srgbClr val="FFFFFF"/>
                </a:solidFill>
                <a:latin typeface="Dax-Regular"/>
              </a:rPr>
              <a:pPr algn="ctr">
                <a:defRPr/>
              </a:pPr>
              <a:t>‹#›</a:t>
            </a:fld>
            <a:endParaRPr lang="en-US" sz="1050">
              <a:solidFill>
                <a:srgbClr val="FFFFFF"/>
              </a:solidFill>
              <a:latin typeface="Dax-Regular"/>
            </a:endParaRPr>
          </a:p>
        </p:txBody>
      </p:sp>
      <p:sp>
        <p:nvSpPr>
          <p:cNvPr id="5" name="Line 4"/>
          <p:cNvSpPr>
            <a:spLocks noChangeShapeType="1"/>
          </p:cNvSpPr>
          <p:nvPr userDrawn="1"/>
        </p:nvSpPr>
        <p:spPr bwMode="gray">
          <a:xfrm>
            <a:off x="11355917" y="6369050"/>
            <a:ext cx="0" cy="484632"/>
          </a:xfrm>
          <a:prstGeom prst="line">
            <a:avLst/>
          </a:prstGeom>
          <a:noFill/>
          <a:ln w="9525">
            <a:solidFill>
              <a:schemeClr val="bg1"/>
            </a:solidFill>
            <a:round/>
            <a:headEnd/>
            <a:tailEnd/>
          </a:ln>
        </p:spPr>
        <p:txBody>
          <a:bodyPr/>
          <a:lstStyle/>
          <a:p>
            <a:pPr>
              <a:defRPr/>
            </a:pPr>
            <a:endParaRPr lang="en-CA" sz="1800"/>
          </a:p>
        </p:txBody>
      </p:sp>
    </p:spTree>
    <p:extLst>
      <p:ext uri="{BB962C8B-B14F-4D97-AF65-F5344CB8AC3E}">
        <p14:creationId xmlns:p14="http://schemas.microsoft.com/office/powerpoint/2010/main" val="2126220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8222708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6801959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0207275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385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1348576"/>
          </a:xfrm>
          <a:prstGeom prst="rect">
            <a:avLst/>
          </a:prstGeom>
        </p:spPr>
        <p:txBody>
          <a:bodyPr vert="horz" lIns="45720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0" y="1573078"/>
            <a:ext cx="12192000" cy="4379666"/>
          </a:xfrm>
          <a:prstGeom prst="rect">
            <a:avLst/>
          </a:prstGeom>
        </p:spPr>
        <p:txBody>
          <a:bodyPr vert="horz" lIns="45720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125200" y="6304610"/>
            <a:ext cx="838200" cy="365760"/>
          </a:xfrm>
          <a:prstGeom prst="rect">
            <a:avLst/>
          </a:prstGeom>
        </p:spPr>
        <p:txBody>
          <a:bodyPr vert="horz" lIns="182880" tIns="45720" rIns="91440" bIns="45720" rtlCol="0" anchor="ctr"/>
          <a:lstStyle>
            <a:lvl1pPr algn="l">
              <a:defRPr sz="1200">
                <a:solidFill>
                  <a:schemeClr val="bg1"/>
                </a:solidFill>
                <a:latin typeface="Rubik" panose="00000500000000000000" pitchFamily="2" charset="-79"/>
                <a:cs typeface="Rubik" panose="00000500000000000000" pitchFamily="2" charset="-79"/>
              </a:defRPr>
            </a:lvl1pPr>
          </a:lstStyle>
          <a:p>
            <a:fld id="{6BBD9B5C-EF45-4DCF-9BF4-C71DB32B8341}" type="slidenum">
              <a:rPr lang="en-US" smtClean="0"/>
              <a:pPr/>
              <a:t>‹#›</a:t>
            </a:fld>
            <a:endParaRPr lang="en-US"/>
          </a:p>
        </p:txBody>
      </p:sp>
      <p:sp>
        <p:nvSpPr>
          <p:cNvPr id="14" name="Footer Placeholder 13">
            <a:extLst>
              <a:ext uri="{FF2B5EF4-FFF2-40B4-BE49-F238E27FC236}">
                <a16:creationId xmlns:a16="http://schemas.microsoft.com/office/drawing/2014/main" id="{A9255482-0557-4D5B-9970-D006A060BCDB}"/>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pic>
        <p:nvPicPr>
          <p:cNvPr id="8" name="Picture 7" descr="A picture containing object, clock&#10;&#10;Description automatically generated">
            <a:extLst>
              <a:ext uri="{FF2B5EF4-FFF2-40B4-BE49-F238E27FC236}">
                <a16:creationId xmlns:a16="http://schemas.microsoft.com/office/drawing/2014/main" id="{D1658E5D-DE80-4D16-9E72-8315D1FBB787}"/>
              </a:ext>
            </a:extLst>
          </p:cNvPr>
          <p:cNvPicPr>
            <a:picLocks noChangeAspect="1"/>
          </p:cNvPicPr>
          <p:nvPr userDrawn="1"/>
        </p:nvPicPr>
        <p:blipFill>
          <a:blip r:embed="rId24">
            <a:biLevel thresh="25000"/>
            <a:extLst>
              <a:ext uri="{28A0092B-C50C-407E-A947-70E740481C1C}">
                <a14:useLocalDpi xmlns:a14="http://schemas.microsoft.com/office/drawing/2010/main" val="0"/>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344338528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94" r:id="rId20"/>
    <p:sldLayoutId id="2147483728" r:id="rId21"/>
    <p:sldLayoutId id="2147483729" r:id="rId22"/>
  </p:sldLayoutIdLst>
  <p:hf hdr="0" dt="0"/>
  <p:txStyles>
    <p:titleStyle>
      <a:lvl1pPr algn="l" defTabSz="914400" rtl="0" eaLnBrk="1" latinLnBrk="0" hangingPunct="1">
        <a:lnSpc>
          <a:spcPct val="100000"/>
        </a:lnSpc>
        <a:spcBef>
          <a:spcPct val="0"/>
        </a:spcBef>
        <a:buNone/>
        <a:defRPr lang="en-US" sz="4000" i="0" kern="1200" cap="none" spc="0" baseline="0" dirty="0">
          <a:solidFill>
            <a:srgbClr val="F7941D"/>
          </a:solidFill>
          <a:effectLst/>
          <a:latin typeface="Rubik Light" panose="00000400000000000000" pitchFamily="2" charset="-79"/>
          <a:ea typeface="+mn-ea"/>
          <a:cs typeface="Rubik Light" panose="00000400000000000000" pitchFamily="2" charset="-79"/>
        </a:defRPr>
      </a:lvl1pPr>
    </p:titleStyle>
    <p:body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4385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1348576"/>
          </a:xfrm>
          <a:prstGeom prst="rect">
            <a:avLst/>
          </a:prstGeom>
        </p:spPr>
        <p:txBody>
          <a:bodyPr vert="horz" lIns="45720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0" y="1573078"/>
            <a:ext cx="12192000" cy="4379666"/>
          </a:xfrm>
          <a:prstGeom prst="rect">
            <a:avLst/>
          </a:prstGeom>
        </p:spPr>
        <p:txBody>
          <a:bodyPr vert="horz" lIns="45720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125200" y="6304610"/>
            <a:ext cx="838200" cy="365760"/>
          </a:xfrm>
          <a:prstGeom prst="rect">
            <a:avLst/>
          </a:prstGeom>
        </p:spPr>
        <p:txBody>
          <a:bodyPr vert="horz" lIns="182880" tIns="45720" rIns="91440" bIns="45720" rtlCol="0" anchor="ctr"/>
          <a:lstStyle>
            <a:lvl1pPr algn="l">
              <a:defRPr sz="1200">
                <a:solidFill>
                  <a:schemeClr val="bg1"/>
                </a:solidFill>
                <a:latin typeface="Rubik" panose="00000500000000000000" pitchFamily="2" charset="-79"/>
                <a:cs typeface="Rubik" panose="00000500000000000000" pitchFamily="2" charset="-79"/>
              </a:defRPr>
            </a:lvl1pPr>
          </a:lstStyle>
          <a:p>
            <a:fld id="{6BBD9B5C-EF45-4DCF-9BF4-C71DB32B8341}" type="slidenum">
              <a:rPr lang="en-US" smtClean="0"/>
              <a:pPr/>
              <a:t>‹#›</a:t>
            </a:fld>
            <a:endParaRPr lang="en-US"/>
          </a:p>
        </p:txBody>
      </p:sp>
      <p:sp>
        <p:nvSpPr>
          <p:cNvPr id="14" name="Footer Placeholder 13">
            <a:extLst>
              <a:ext uri="{FF2B5EF4-FFF2-40B4-BE49-F238E27FC236}">
                <a16:creationId xmlns:a16="http://schemas.microsoft.com/office/drawing/2014/main" id="{A9255482-0557-4D5B-9970-D006A060BCDB}"/>
              </a:ext>
            </a:extLst>
          </p:cNvPr>
          <p:cNvSpPr>
            <a:spLocks noGrp="1"/>
          </p:cNvSpPr>
          <p:nvPr>
            <p:ph type="ftr" sz="quarter" idx="3"/>
          </p:nvPr>
        </p:nvSpPr>
        <p:spPr>
          <a:xfrm>
            <a:off x="8388349" y="6304928"/>
            <a:ext cx="2733041" cy="365125"/>
          </a:xfrm>
          <a:prstGeom prst="rect">
            <a:avLst/>
          </a:prstGeom>
        </p:spPr>
        <p:txBody>
          <a:bodyPr vert="horz" lIns="182880" tIns="45720" rIns="182880" bIns="45720" rtlCol="0" anchor="ctr"/>
          <a:lstStyle>
            <a:lvl1pPr algn="r">
              <a:defRPr lang="en-US" sz="1200">
                <a:solidFill>
                  <a:schemeClr val="bg1"/>
                </a:solidFill>
                <a:latin typeface="Rubik" panose="00000500000000000000" pitchFamily="2" charset="-79"/>
                <a:cs typeface="Rubik" panose="00000500000000000000" pitchFamily="2" charset="-79"/>
              </a:defRPr>
            </a:lvl1pPr>
          </a:lstStyle>
          <a:p>
            <a:r>
              <a:rPr lang="en-US"/>
              <a:t>Confidential</a:t>
            </a:r>
          </a:p>
        </p:txBody>
      </p:sp>
      <p:cxnSp>
        <p:nvCxnSpPr>
          <p:cNvPr id="7" name="Straight Connector 6">
            <a:extLst>
              <a:ext uri="{FF2B5EF4-FFF2-40B4-BE49-F238E27FC236}">
                <a16:creationId xmlns:a16="http://schemas.microsoft.com/office/drawing/2014/main" id="{D51AF3BE-7757-496A-8FD9-65D935E79EAE}"/>
              </a:ext>
            </a:extLst>
          </p:cNvPr>
          <p:cNvCxnSpPr>
            <a:cxnSpLocks/>
          </p:cNvCxnSpPr>
          <p:nvPr/>
        </p:nvCxnSpPr>
        <p:spPr>
          <a:xfrm>
            <a:off x="11122660" y="6304610"/>
            <a:ext cx="0" cy="36576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 picture containing object, clock&#10;&#10;Description automatically generated">
            <a:extLst>
              <a:ext uri="{FF2B5EF4-FFF2-40B4-BE49-F238E27FC236}">
                <a16:creationId xmlns:a16="http://schemas.microsoft.com/office/drawing/2014/main" id="{D1658E5D-DE80-4D16-9E72-8315D1FBB787}"/>
              </a:ext>
            </a:extLst>
          </p:cNvPr>
          <p:cNvPicPr>
            <a:picLocks noChangeAspect="1"/>
          </p:cNvPicPr>
          <p:nvPr userDrawn="1"/>
        </p:nvPicPr>
        <p:blipFill>
          <a:blip r:embed="rId9" cstate="print">
            <a:biLevel thresh="25000"/>
            <a:extLst>
              <a:ext uri="{28A0092B-C50C-407E-A947-70E740481C1C}">
                <a14:useLocalDpi xmlns:a14="http://schemas.microsoft.com/office/drawing/2010/main"/>
              </a:ext>
            </a:extLst>
          </a:blip>
          <a:stretch>
            <a:fillRect/>
          </a:stretch>
        </p:blipFill>
        <p:spPr>
          <a:xfrm>
            <a:off x="228600" y="6262333"/>
            <a:ext cx="1600484" cy="444401"/>
          </a:xfrm>
          <a:prstGeom prst="rect">
            <a:avLst/>
          </a:prstGeom>
        </p:spPr>
      </p:pic>
    </p:spTree>
    <p:extLst>
      <p:ext uri="{BB962C8B-B14F-4D97-AF65-F5344CB8AC3E}">
        <p14:creationId xmlns:p14="http://schemas.microsoft.com/office/powerpoint/2010/main" val="257614470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2" r:id="rId5"/>
    <p:sldLayoutId id="2147483693" r:id="rId6"/>
    <p:sldLayoutId id="2147483696" r:id="rId7"/>
  </p:sldLayoutIdLst>
  <p:hf hdr="0" dt="0"/>
  <p:txStyles>
    <p:titleStyle>
      <a:lvl1pPr algn="l" defTabSz="914400" rtl="0" eaLnBrk="1" latinLnBrk="0" hangingPunct="1">
        <a:lnSpc>
          <a:spcPct val="100000"/>
        </a:lnSpc>
        <a:spcBef>
          <a:spcPct val="0"/>
        </a:spcBef>
        <a:buNone/>
        <a:defRPr lang="en-US" sz="4000" i="0" kern="1200" cap="none" spc="0" baseline="0" dirty="0">
          <a:solidFill>
            <a:srgbClr val="F7941D"/>
          </a:solidFill>
          <a:effectLst/>
          <a:latin typeface="Rubik Light" panose="00000400000000000000" pitchFamily="2" charset="-79"/>
          <a:ea typeface="+mn-ea"/>
          <a:cs typeface="Rubik Light" panose="00000400000000000000" pitchFamily="2" charset="-79"/>
        </a:defRPr>
      </a:lvl1pPr>
    </p:titleStyle>
    <p:body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4B230E4-0B9C-4754-956A-48600C4BD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35" y="2370780"/>
            <a:ext cx="3413618" cy="795028"/>
          </a:xfrm>
          <a:prstGeom prst="rect">
            <a:avLst/>
          </a:prstGeom>
        </p:spPr>
      </p:pic>
      <p:cxnSp>
        <p:nvCxnSpPr>
          <p:cNvPr id="15" name="Straight Connector 14">
            <a:extLst>
              <a:ext uri="{FF2B5EF4-FFF2-40B4-BE49-F238E27FC236}">
                <a16:creationId xmlns:a16="http://schemas.microsoft.com/office/drawing/2014/main" id="{FFCAF8B0-809F-4F31-95AE-43905DC89165}"/>
              </a:ext>
            </a:extLst>
          </p:cNvPr>
          <p:cNvCxnSpPr>
            <a:cxnSpLocks/>
          </p:cNvCxnSpPr>
          <p:nvPr/>
        </p:nvCxnSpPr>
        <p:spPr>
          <a:xfrm>
            <a:off x="4953391" y="1970002"/>
            <a:ext cx="0" cy="15965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5">
            <a:extLst>
              <a:ext uri="{FF2B5EF4-FFF2-40B4-BE49-F238E27FC236}">
                <a16:creationId xmlns:a16="http://schemas.microsoft.com/office/drawing/2014/main" id="{D26BA100-0855-4B40-B435-6EC8BF66C39B}"/>
              </a:ext>
            </a:extLst>
          </p:cNvPr>
          <p:cNvSpPr txBox="1">
            <a:spLocks/>
          </p:cNvSpPr>
          <p:nvPr/>
        </p:nvSpPr>
        <p:spPr>
          <a:xfrm>
            <a:off x="5493429" y="1384183"/>
            <a:ext cx="6184041" cy="2256639"/>
          </a:xfrm>
          <a:prstGeom prst="rect">
            <a:avLst/>
          </a:prstGeom>
        </p:spPr>
        <p:txBody>
          <a:bodyPr lIns="0" tIns="0" rIns="0" bIns="0" anchor="ctr" anchorCtr="0">
            <a:noAutofit/>
          </a:bodyPr>
          <a:lstStyle>
            <a:lvl1pPr algn="l" defTabSz="914400" rtl="0" eaLnBrk="1" latinLnBrk="0" hangingPunct="1">
              <a:lnSpc>
                <a:spcPct val="90000"/>
              </a:lnSpc>
              <a:spcBef>
                <a:spcPct val="0"/>
              </a:spcBef>
              <a:buNone/>
              <a:defRPr sz="4400" kern="1200" baseline="0">
                <a:solidFill>
                  <a:schemeClr val="bg1"/>
                </a:solidFill>
                <a:latin typeface="Montserrat SemiBold" panose="00000700000000000000"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rgbClr val="FFFFFF"/>
                </a:solidFill>
                <a:effectLst/>
                <a:uLnTx/>
                <a:uFillTx/>
                <a:latin typeface="+mj-lt"/>
                <a:ea typeface="+mj-ea"/>
                <a:cs typeface="+mj-cs"/>
                <a:sym typeface="Arial"/>
              </a:rPr>
              <a:t>CPAM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rgbClr val="FFFFFF"/>
                </a:solidFill>
                <a:effectLst/>
                <a:uLnTx/>
                <a:uFillTx/>
                <a:latin typeface="+mj-lt"/>
                <a:ea typeface="+mj-ea"/>
                <a:cs typeface="+mj-cs"/>
                <a:sym typeface="Arial"/>
              </a:rPr>
              <a:t> </a:t>
            </a:r>
            <a:br>
              <a:rPr kumimoji="0" lang="en-IN" sz="4400" b="1" i="0" u="none" strike="noStrike" kern="1200" cap="none" spc="0" normalizeH="0" baseline="0" noProof="0" dirty="0">
                <a:ln>
                  <a:noFill/>
                </a:ln>
                <a:solidFill>
                  <a:srgbClr val="FFFFFF"/>
                </a:solidFill>
                <a:effectLst/>
                <a:uLnTx/>
                <a:uFillTx/>
                <a:latin typeface="+mj-lt"/>
                <a:ea typeface="+mj-ea"/>
                <a:cs typeface="+mj-cs"/>
                <a:sym typeface="Arial"/>
              </a:rPr>
            </a:br>
            <a:r>
              <a:rPr kumimoji="0" lang="en-IN" sz="4400" b="1" i="0" u="none" strike="noStrike" kern="1200" cap="none" spc="0" normalizeH="0" baseline="0" noProof="0" dirty="0">
                <a:ln>
                  <a:noFill/>
                </a:ln>
                <a:solidFill>
                  <a:srgbClr val="FFFFFF"/>
                </a:solidFill>
                <a:effectLst/>
                <a:uLnTx/>
                <a:uFillTx/>
                <a:latin typeface="+mj-lt"/>
                <a:ea typeface="+mj-ea"/>
                <a:cs typeface="+mj-cs"/>
                <a:sym typeface="Arial"/>
              </a:rPr>
              <a:t>Project Kick Off</a:t>
            </a:r>
          </a:p>
        </p:txBody>
      </p:sp>
    </p:spTree>
    <p:extLst>
      <p:ext uri="{BB962C8B-B14F-4D97-AF65-F5344CB8AC3E}">
        <p14:creationId xmlns:p14="http://schemas.microsoft.com/office/powerpoint/2010/main" val="4067298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FCAA44-FC5E-4CFB-B1B5-A8D2C4E4A7B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4219" r="4219"/>
          <a:stretch/>
        </p:blipFill>
        <p:spPr>
          <a:xfrm>
            <a:off x="-66675" y="0"/>
            <a:ext cx="5581650" cy="6858000"/>
          </a:xfrm>
          <a:custGeom>
            <a:avLst/>
            <a:gdLst>
              <a:gd name="connsiteX0" fmla="*/ 0 w 6095996"/>
              <a:gd name="connsiteY0" fmla="*/ 0 h 6858000"/>
              <a:gd name="connsiteX1" fmla="*/ 6095996 w 6095996"/>
              <a:gd name="connsiteY1" fmla="*/ 0 h 6858000"/>
              <a:gd name="connsiteX2" fmla="*/ 6095996 w 6095996"/>
              <a:gd name="connsiteY2" fmla="*/ 6858000 h 6858000"/>
              <a:gd name="connsiteX3" fmla="*/ 0 w 609599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5996" h="6858000">
                <a:moveTo>
                  <a:pt x="0" y="0"/>
                </a:moveTo>
                <a:lnTo>
                  <a:pt x="6095996" y="0"/>
                </a:lnTo>
                <a:lnTo>
                  <a:pt x="6095996" y="6858000"/>
                </a:lnTo>
                <a:lnTo>
                  <a:pt x="0" y="6858000"/>
                </a:lnTo>
                <a:close/>
              </a:path>
            </a:pathLst>
          </a:custGeom>
        </p:spPr>
      </p:pic>
      <p:sp>
        <p:nvSpPr>
          <p:cNvPr id="5" name="Title 5">
            <a:extLst>
              <a:ext uri="{FF2B5EF4-FFF2-40B4-BE49-F238E27FC236}">
                <a16:creationId xmlns:a16="http://schemas.microsoft.com/office/drawing/2014/main" id="{69FF1A72-DEBB-40C0-9D15-55749ED07738}"/>
              </a:ext>
            </a:extLst>
          </p:cNvPr>
          <p:cNvSpPr txBox="1">
            <a:spLocks/>
          </p:cNvSpPr>
          <p:nvPr/>
        </p:nvSpPr>
        <p:spPr>
          <a:xfrm>
            <a:off x="-66675" y="5743575"/>
            <a:ext cx="5581650" cy="1114425"/>
          </a:xfrm>
          <a:prstGeom prst="rect">
            <a:avLst/>
          </a:prstGeom>
          <a:solidFill>
            <a:schemeClr val="accent4"/>
          </a:solidFill>
        </p:spPr>
        <p:txBody>
          <a:bodyPr vert="horz" wrap="square" lIns="91440" tIns="91440" rIns="91440" bIns="91440" rtlCol="0" anchor="ctr" anchorCtr="0">
            <a:noAutofit/>
          </a:bodyPr>
          <a:lstStyle>
            <a:lvl1pPr>
              <a:lnSpc>
                <a:spcPct val="100000"/>
              </a:lnSpc>
              <a:spcBef>
                <a:spcPct val="0"/>
              </a:spcBef>
              <a:buNone/>
              <a:defRPr lang="en-US" sz="3400" i="0" cap="none" spc="0" baseline="0">
                <a:solidFill>
                  <a:srgbClr val="0F2446"/>
                </a:solidFill>
                <a:effectLst/>
                <a:latin typeface="Rubik SemiBold" pitchFamily="2" charset="-79"/>
                <a:cs typeface="Rubik SemiBold" pitchFamily="2" charset="-79"/>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800" i="0" u="none" strike="noStrike" kern="1200" cap="none" spc="0" normalizeH="0" baseline="0" noProof="0" dirty="0">
                <a:ln>
                  <a:noFill/>
                </a:ln>
                <a:solidFill>
                  <a:schemeClr val="tx1"/>
                </a:solidFill>
                <a:effectLst/>
                <a:uLnTx/>
                <a:uFillTx/>
                <a:latin typeface="+mj-lt"/>
                <a:ea typeface="+mn-ea"/>
                <a:cs typeface="Rubik SemiBold" pitchFamily="2" charset="-79"/>
              </a:rPr>
              <a:t>Agenda</a:t>
            </a:r>
            <a:endParaRPr kumimoji="0" lang="en-US" sz="4000" i="0" u="none" strike="noStrike" kern="1200" cap="none" spc="0" normalizeH="0" baseline="0" noProof="0" dirty="0">
              <a:ln>
                <a:noFill/>
              </a:ln>
              <a:solidFill>
                <a:schemeClr val="tx1"/>
              </a:solidFill>
              <a:effectLst/>
              <a:uLnTx/>
              <a:uFillTx/>
              <a:latin typeface="+mj-lt"/>
              <a:ea typeface="+mn-ea"/>
              <a:cs typeface="Rubik SemiBold" pitchFamily="2" charset="-79"/>
            </a:endParaRPr>
          </a:p>
        </p:txBody>
      </p:sp>
      <p:sp>
        <p:nvSpPr>
          <p:cNvPr id="41" name="Freeform: Shape 40">
            <a:extLst>
              <a:ext uri="{FF2B5EF4-FFF2-40B4-BE49-F238E27FC236}">
                <a16:creationId xmlns:a16="http://schemas.microsoft.com/office/drawing/2014/main" id="{5261D7D5-8A3C-4AF0-8E1A-F2E34AA8EA1C}"/>
              </a:ext>
            </a:extLst>
          </p:cNvPr>
          <p:cNvSpPr/>
          <p:nvPr/>
        </p:nvSpPr>
        <p:spPr>
          <a:xfrm>
            <a:off x="6129600" y="3158683"/>
            <a:ext cx="450028" cy="540636"/>
          </a:xfrm>
          <a:custGeom>
            <a:avLst/>
            <a:gdLst/>
            <a:ahLst/>
            <a:cxnLst/>
            <a:rect l="l" t="t" r="r" b="b"/>
            <a:pathLst>
              <a:path w="300876" h="361454">
                <a:moveTo>
                  <a:pt x="18174" y="0"/>
                </a:moveTo>
                <a:lnTo>
                  <a:pt x="281693" y="0"/>
                </a:lnTo>
                <a:lnTo>
                  <a:pt x="281693" y="73199"/>
                </a:lnTo>
                <a:lnTo>
                  <a:pt x="216065" y="139836"/>
                </a:lnTo>
                <a:cubicBezTo>
                  <a:pt x="243326" y="146567"/>
                  <a:pt x="264276" y="158767"/>
                  <a:pt x="278916" y="176436"/>
                </a:cubicBezTo>
                <a:cubicBezTo>
                  <a:pt x="293556" y="194105"/>
                  <a:pt x="300876" y="215392"/>
                  <a:pt x="300876" y="240296"/>
                </a:cubicBezTo>
                <a:cubicBezTo>
                  <a:pt x="300876" y="261499"/>
                  <a:pt x="295070" y="281271"/>
                  <a:pt x="283460" y="299613"/>
                </a:cubicBezTo>
                <a:cubicBezTo>
                  <a:pt x="271849" y="317955"/>
                  <a:pt x="253927" y="332848"/>
                  <a:pt x="229696" y="344290"/>
                </a:cubicBezTo>
                <a:cubicBezTo>
                  <a:pt x="205464" y="355733"/>
                  <a:pt x="175343" y="361454"/>
                  <a:pt x="139332" y="361454"/>
                </a:cubicBezTo>
                <a:cubicBezTo>
                  <a:pt x="114427" y="361454"/>
                  <a:pt x="89607" y="358762"/>
                  <a:pt x="64870" y="353377"/>
                </a:cubicBezTo>
                <a:cubicBezTo>
                  <a:pt x="40134" y="347992"/>
                  <a:pt x="18511" y="340083"/>
                  <a:pt x="0" y="329650"/>
                </a:cubicBezTo>
                <a:lnTo>
                  <a:pt x="40386" y="241811"/>
                </a:lnTo>
                <a:cubicBezTo>
                  <a:pt x="54858" y="250225"/>
                  <a:pt x="70423" y="256619"/>
                  <a:pt x="87083" y="260994"/>
                </a:cubicBezTo>
                <a:cubicBezTo>
                  <a:pt x="103742" y="265369"/>
                  <a:pt x="119812" y="267557"/>
                  <a:pt x="135293" y="267557"/>
                </a:cubicBezTo>
                <a:cubicBezTo>
                  <a:pt x="149092" y="267557"/>
                  <a:pt x="160198" y="265201"/>
                  <a:pt x="168612" y="260489"/>
                </a:cubicBezTo>
                <a:cubicBezTo>
                  <a:pt x="177026" y="255778"/>
                  <a:pt x="181232" y="249047"/>
                  <a:pt x="181232" y="240296"/>
                </a:cubicBezTo>
                <a:cubicBezTo>
                  <a:pt x="181232" y="224142"/>
                  <a:pt x="167266" y="216065"/>
                  <a:pt x="139332" y="216065"/>
                </a:cubicBezTo>
                <a:lnTo>
                  <a:pt x="92383" y="216065"/>
                </a:lnTo>
                <a:lnTo>
                  <a:pt x="92383" y="142865"/>
                </a:lnTo>
                <a:lnTo>
                  <a:pt x="144380" y="89858"/>
                </a:lnTo>
                <a:lnTo>
                  <a:pt x="18174" y="89858"/>
                </a:lnTo>
                <a:lnTo>
                  <a:pt x="18174"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ontserrat Light"/>
              <a:ea typeface="+mn-ea"/>
              <a:cs typeface="+mn-cs"/>
            </a:endParaRPr>
          </a:p>
        </p:txBody>
      </p:sp>
      <p:sp>
        <p:nvSpPr>
          <p:cNvPr id="40" name="Freeform: Shape 39">
            <a:extLst>
              <a:ext uri="{FF2B5EF4-FFF2-40B4-BE49-F238E27FC236}">
                <a16:creationId xmlns:a16="http://schemas.microsoft.com/office/drawing/2014/main" id="{AD060A8F-2DAF-4CC0-B619-35AB0E0C7214}"/>
              </a:ext>
            </a:extLst>
          </p:cNvPr>
          <p:cNvSpPr/>
          <p:nvPr/>
        </p:nvSpPr>
        <p:spPr>
          <a:xfrm>
            <a:off x="6096000" y="4303889"/>
            <a:ext cx="517229" cy="528554"/>
          </a:xfrm>
          <a:custGeom>
            <a:avLst/>
            <a:gdLst/>
            <a:ahLst/>
            <a:cxnLst/>
            <a:rect l="l" t="t" r="r" b="b"/>
            <a:pathLst>
              <a:path w="345805" h="353377">
                <a:moveTo>
                  <a:pt x="149933" y="0"/>
                </a:moveTo>
                <a:lnTo>
                  <a:pt x="272101" y="0"/>
                </a:lnTo>
                <a:lnTo>
                  <a:pt x="138827" y="200415"/>
                </a:lnTo>
                <a:lnTo>
                  <a:pt x="186785" y="200415"/>
                </a:lnTo>
                <a:lnTo>
                  <a:pt x="186785" y="146399"/>
                </a:lnTo>
                <a:lnTo>
                  <a:pt x="298857" y="146399"/>
                </a:lnTo>
                <a:lnTo>
                  <a:pt x="298857" y="200415"/>
                </a:lnTo>
                <a:lnTo>
                  <a:pt x="345805" y="200415"/>
                </a:lnTo>
                <a:lnTo>
                  <a:pt x="345805" y="292798"/>
                </a:lnTo>
                <a:lnTo>
                  <a:pt x="298857" y="292798"/>
                </a:lnTo>
                <a:lnTo>
                  <a:pt x="298857" y="353377"/>
                </a:lnTo>
                <a:lnTo>
                  <a:pt x="183252" y="353377"/>
                </a:lnTo>
                <a:lnTo>
                  <a:pt x="183252" y="292798"/>
                </a:lnTo>
                <a:lnTo>
                  <a:pt x="0" y="292798"/>
                </a:lnTo>
                <a:lnTo>
                  <a:pt x="0" y="217074"/>
                </a:lnTo>
                <a:lnTo>
                  <a:pt x="149933"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ontserrat Light"/>
              <a:ea typeface="+mn-ea"/>
              <a:cs typeface="+mn-cs"/>
            </a:endParaRPr>
          </a:p>
        </p:txBody>
      </p:sp>
      <p:sp>
        <p:nvSpPr>
          <p:cNvPr id="39" name="Freeform: Shape 38">
            <a:extLst>
              <a:ext uri="{FF2B5EF4-FFF2-40B4-BE49-F238E27FC236}">
                <a16:creationId xmlns:a16="http://schemas.microsoft.com/office/drawing/2014/main" id="{28958ACD-61E2-44E0-B3D0-D0285E979988}"/>
              </a:ext>
            </a:extLst>
          </p:cNvPr>
          <p:cNvSpPr/>
          <p:nvPr/>
        </p:nvSpPr>
        <p:spPr>
          <a:xfrm>
            <a:off x="6129600" y="5437013"/>
            <a:ext cx="450028" cy="540636"/>
          </a:xfrm>
          <a:custGeom>
            <a:avLst/>
            <a:gdLst/>
            <a:ahLst/>
            <a:cxnLst/>
            <a:rect l="l" t="t" r="r" b="b"/>
            <a:pathLst>
              <a:path w="300876" h="361454">
                <a:moveTo>
                  <a:pt x="42911" y="0"/>
                </a:moveTo>
                <a:lnTo>
                  <a:pt x="277654" y="0"/>
                </a:lnTo>
                <a:lnTo>
                  <a:pt x="277654" y="89859"/>
                </a:lnTo>
                <a:lnTo>
                  <a:pt x="140847" y="89859"/>
                </a:lnTo>
                <a:lnTo>
                  <a:pt x="138322" y="124691"/>
                </a:lnTo>
                <a:lnTo>
                  <a:pt x="156496" y="124691"/>
                </a:lnTo>
                <a:cubicBezTo>
                  <a:pt x="205969" y="124691"/>
                  <a:pt x="242400" y="135040"/>
                  <a:pt x="265791" y="155738"/>
                </a:cubicBezTo>
                <a:cubicBezTo>
                  <a:pt x="289181" y="176436"/>
                  <a:pt x="300876" y="203612"/>
                  <a:pt x="300876" y="237267"/>
                </a:cubicBezTo>
                <a:cubicBezTo>
                  <a:pt x="300876" y="259480"/>
                  <a:pt x="295071" y="279925"/>
                  <a:pt x="283460" y="298604"/>
                </a:cubicBezTo>
                <a:cubicBezTo>
                  <a:pt x="271849" y="317282"/>
                  <a:pt x="253927" y="332427"/>
                  <a:pt x="229696" y="344038"/>
                </a:cubicBezTo>
                <a:cubicBezTo>
                  <a:pt x="205464" y="355649"/>
                  <a:pt x="175343" y="361454"/>
                  <a:pt x="139332" y="361454"/>
                </a:cubicBezTo>
                <a:cubicBezTo>
                  <a:pt x="114427" y="361454"/>
                  <a:pt x="89607" y="358762"/>
                  <a:pt x="64870" y="353377"/>
                </a:cubicBezTo>
                <a:cubicBezTo>
                  <a:pt x="40134" y="347992"/>
                  <a:pt x="18511" y="340084"/>
                  <a:pt x="0" y="329650"/>
                </a:cubicBezTo>
                <a:lnTo>
                  <a:pt x="40386" y="241811"/>
                </a:lnTo>
                <a:cubicBezTo>
                  <a:pt x="55195" y="250225"/>
                  <a:pt x="70760" y="256619"/>
                  <a:pt x="87083" y="260994"/>
                </a:cubicBezTo>
                <a:cubicBezTo>
                  <a:pt x="103405" y="265369"/>
                  <a:pt x="119307" y="267557"/>
                  <a:pt x="134789" y="267557"/>
                </a:cubicBezTo>
                <a:cubicBezTo>
                  <a:pt x="148587" y="267557"/>
                  <a:pt x="159777" y="265117"/>
                  <a:pt x="168360" y="260237"/>
                </a:cubicBezTo>
                <a:cubicBezTo>
                  <a:pt x="176942" y="255357"/>
                  <a:pt x="181233" y="248542"/>
                  <a:pt x="181233" y="239792"/>
                </a:cubicBezTo>
                <a:cubicBezTo>
                  <a:pt x="181233" y="231378"/>
                  <a:pt x="177362" y="225068"/>
                  <a:pt x="169622" y="220861"/>
                </a:cubicBezTo>
                <a:cubicBezTo>
                  <a:pt x="161881" y="216654"/>
                  <a:pt x="147914" y="214550"/>
                  <a:pt x="127721" y="214550"/>
                </a:cubicBezTo>
                <a:lnTo>
                  <a:pt x="25242" y="214550"/>
                </a:lnTo>
                <a:lnTo>
                  <a:pt x="42911"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ontserrat Light"/>
              <a:ea typeface="+mn-ea"/>
              <a:cs typeface="+mn-cs"/>
            </a:endParaRPr>
          </a:p>
        </p:txBody>
      </p:sp>
      <p:sp>
        <p:nvSpPr>
          <p:cNvPr id="43" name="Freeform: Shape 42">
            <a:extLst>
              <a:ext uri="{FF2B5EF4-FFF2-40B4-BE49-F238E27FC236}">
                <a16:creationId xmlns:a16="http://schemas.microsoft.com/office/drawing/2014/main" id="{2EFAB4CF-77B1-495C-94CE-79BD5C22328E}"/>
              </a:ext>
            </a:extLst>
          </p:cNvPr>
          <p:cNvSpPr/>
          <p:nvPr/>
        </p:nvSpPr>
        <p:spPr>
          <a:xfrm>
            <a:off x="6220210" y="880351"/>
            <a:ext cx="268809" cy="528554"/>
          </a:xfrm>
          <a:custGeom>
            <a:avLst/>
            <a:gdLst/>
            <a:ahLst/>
            <a:cxnLst/>
            <a:rect l="l" t="t" r="r" b="b"/>
            <a:pathLst>
              <a:path w="179718" h="353377">
                <a:moveTo>
                  <a:pt x="0" y="0"/>
                </a:moveTo>
                <a:lnTo>
                  <a:pt x="179718" y="0"/>
                </a:lnTo>
                <a:lnTo>
                  <a:pt x="179718" y="353377"/>
                </a:lnTo>
                <a:lnTo>
                  <a:pt x="60579" y="353377"/>
                </a:lnTo>
                <a:lnTo>
                  <a:pt x="60579" y="89858"/>
                </a:lnTo>
                <a:lnTo>
                  <a:pt x="0" y="89858"/>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ontserrat Light"/>
              <a:ea typeface="+mn-ea"/>
              <a:cs typeface="+mn-cs"/>
            </a:endParaRPr>
          </a:p>
        </p:txBody>
      </p:sp>
      <p:sp>
        <p:nvSpPr>
          <p:cNvPr id="42" name="Freeform: Shape 41">
            <a:extLst>
              <a:ext uri="{FF2B5EF4-FFF2-40B4-BE49-F238E27FC236}">
                <a16:creationId xmlns:a16="http://schemas.microsoft.com/office/drawing/2014/main" id="{C7ACA004-8E22-4F70-A97F-834BA5D1D620}"/>
              </a:ext>
            </a:extLst>
          </p:cNvPr>
          <p:cNvSpPr/>
          <p:nvPr/>
        </p:nvSpPr>
        <p:spPr>
          <a:xfrm>
            <a:off x="6127336" y="2013475"/>
            <a:ext cx="454556" cy="540638"/>
          </a:xfrm>
          <a:custGeom>
            <a:avLst/>
            <a:gdLst/>
            <a:ahLst/>
            <a:cxnLst/>
            <a:rect l="l" t="t" r="r" b="b"/>
            <a:pathLst>
              <a:path w="303904" h="361455">
                <a:moveTo>
                  <a:pt x="152961" y="0"/>
                </a:moveTo>
                <a:cubicBezTo>
                  <a:pt x="180895" y="0"/>
                  <a:pt x="205632" y="4544"/>
                  <a:pt x="227171" y="13631"/>
                </a:cubicBezTo>
                <a:cubicBezTo>
                  <a:pt x="248710" y="22717"/>
                  <a:pt x="265537" y="35675"/>
                  <a:pt x="277653" y="52502"/>
                </a:cubicBezTo>
                <a:cubicBezTo>
                  <a:pt x="289769" y="69330"/>
                  <a:pt x="295827" y="88681"/>
                  <a:pt x="295827" y="110557"/>
                </a:cubicBezTo>
                <a:cubicBezTo>
                  <a:pt x="295827" y="130077"/>
                  <a:pt x="291704" y="148335"/>
                  <a:pt x="283459" y="165331"/>
                </a:cubicBezTo>
                <a:cubicBezTo>
                  <a:pt x="275213" y="182326"/>
                  <a:pt x="259143" y="201594"/>
                  <a:pt x="235248" y="223133"/>
                </a:cubicBezTo>
                <a:lnTo>
                  <a:pt x="184765" y="269072"/>
                </a:lnTo>
                <a:lnTo>
                  <a:pt x="303904" y="269072"/>
                </a:lnTo>
                <a:lnTo>
                  <a:pt x="303904" y="361455"/>
                </a:lnTo>
                <a:lnTo>
                  <a:pt x="20697" y="361455"/>
                </a:lnTo>
                <a:lnTo>
                  <a:pt x="20697" y="288256"/>
                </a:lnTo>
                <a:lnTo>
                  <a:pt x="148418" y="170126"/>
                </a:lnTo>
                <a:cubicBezTo>
                  <a:pt x="159524" y="159693"/>
                  <a:pt x="166928" y="150775"/>
                  <a:pt x="170630" y="143371"/>
                </a:cubicBezTo>
                <a:cubicBezTo>
                  <a:pt x="174332" y="135967"/>
                  <a:pt x="176183" y="128731"/>
                  <a:pt x="176183" y="121663"/>
                </a:cubicBezTo>
                <a:cubicBezTo>
                  <a:pt x="176183" y="112913"/>
                  <a:pt x="173239" y="106098"/>
                  <a:pt x="167349" y="101218"/>
                </a:cubicBezTo>
                <a:cubicBezTo>
                  <a:pt x="161459" y="96338"/>
                  <a:pt x="152961" y="93898"/>
                  <a:pt x="141855" y="93898"/>
                </a:cubicBezTo>
                <a:cubicBezTo>
                  <a:pt x="131086" y="93898"/>
                  <a:pt x="120989" y="96759"/>
                  <a:pt x="111566" y="102480"/>
                </a:cubicBezTo>
                <a:cubicBezTo>
                  <a:pt x="102142" y="108201"/>
                  <a:pt x="94907" y="116278"/>
                  <a:pt x="89858" y="126712"/>
                </a:cubicBezTo>
                <a:lnTo>
                  <a:pt x="0" y="81782"/>
                </a:lnTo>
                <a:cubicBezTo>
                  <a:pt x="13462" y="56541"/>
                  <a:pt x="33150" y="36600"/>
                  <a:pt x="59064" y="21960"/>
                </a:cubicBezTo>
                <a:cubicBezTo>
                  <a:pt x="84978" y="7320"/>
                  <a:pt x="116278" y="0"/>
                  <a:pt x="152961" y="0"/>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ontserrat Light"/>
              <a:ea typeface="+mn-ea"/>
              <a:cs typeface="+mn-cs"/>
            </a:endParaRPr>
          </a:p>
        </p:txBody>
      </p:sp>
      <p:cxnSp>
        <p:nvCxnSpPr>
          <p:cNvPr id="12" name="Straight Connector 11">
            <a:extLst>
              <a:ext uri="{FF2B5EF4-FFF2-40B4-BE49-F238E27FC236}">
                <a16:creationId xmlns:a16="http://schemas.microsoft.com/office/drawing/2014/main" id="{CA878F79-7CA1-4108-AE00-016CB0724DC6}"/>
              </a:ext>
            </a:extLst>
          </p:cNvPr>
          <p:cNvCxnSpPr>
            <a:cxnSpLocks/>
          </p:cNvCxnSpPr>
          <p:nvPr/>
        </p:nvCxnSpPr>
        <p:spPr>
          <a:xfrm>
            <a:off x="6978144" y="4001604"/>
            <a:ext cx="4518390" cy="0"/>
          </a:xfrm>
          <a:prstGeom prst="line">
            <a:avLst/>
          </a:prstGeom>
          <a:ln w="9525">
            <a:solidFill>
              <a:schemeClr val="bg2"/>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48FB70-EB5D-46CD-881C-AD160C9C148C}"/>
              </a:ext>
            </a:extLst>
          </p:cNvPr>
          <p:cNvCxnSpPr>
            <a:cxnSpLocks/>
          </p:cNvCxnSpPr>
          <p:nvPr/>
        </p:nvCxnSpPr>
        <p:spPr>
          <a:xfrm>
            <a:off x="6978144" y="5134728"/>
            <a:ext cx="4518390" cy="0"/>
          </a:xfrm>
          <a:prstGeom prst="line">
            <a:avLst/>
          </a:prstGeom>
          <a:ln w="9525">
            <a:solidFill>
              <a:schemeClr val="bg2"/>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42BACAA-8896-4E59-B3E2-D47E8DAB3474}"/>
              </a:ext>
            </a:extLst>
          </p:cNvPr>
          <p:cNvCxnSpPr>
            <a:cxnSpLocks/>
          </p:cNvCxnSpPr>
          <p:nvPr/>
        </p:nvCxnSpPr>
        <p:spPr>
          <a:xfrm>
            <a:off x="6978144" y="1711190"/>
            <a:ext cx="4518390" cy="0"/>
          </a:xfrm>
          <a:prstGeom prst="line">
            <a:avLst/>
          </a:prstGeom>
          <a:ln w="9525">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6" name="Content Placeholder 4">
            <a:extLst>
              <a:ext uri="{FF2B5EF4-FFF2-40B4-BE49-F238E27FC236}">
                <a16:creationId xmlns:a16="http://schemas.microsoft.com/office/drawing/2014/main" id="{69F1C0DC-E05F-4542-B651-7B157A2EB6DF}"/>
              </a:ext>
            </a:extLst>
          </p:cNvPr>
          <p:cNvSpPr txBox="1">
            <a:spLocks/>
          </p:cNvSpPr>
          <p:nvPr/>
        </p:nvSpPr>
        <p:spPr>
          <a:xfrm>
            <a:off x="6978144" y="3275113"/>
            <a:ext cx="4518390" cy="307777"/>
          </a:xfrm>
          <a:prstGeom prst="rect">
            <a:avLst/>
          </a:prstGeom>
        </p:spPr>
        <p:txBody>
          <a:bodyPr vert="horz" wrap="square" lIns="0" tIns="0" rIns="0" bIns="0" rtlCol="0">
            <a:spAutoFit/>
          </a:bodyPr>
          <a:lst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kumimoji="0" lang="en-US" sz="2000" b="0" i="0" u="none" strike="noStrike" kern="1200" cap="none" spc="0" normalizeH="0" baseline="0" noProof="0" dirty="0">
                <a:ln>
                  <a:noFill/>
                </a:ln>
                <a:solidFill>
                  <a:srgbClr val="FFFFFF"/>
                </a:solidFill>
                <a:effectLst/>
                <a:uLnTx/>
                <a:uFillTx/>
                <a:latin typeface="Montserrat Light"/>
                <a:ea typeface="+mn-ea"/>
                <a:cs typeface="Rubik Light" pitchFamily="2" charset="-79"/>
              </a:rPr>
              <a:t>Project Team</a:t>
            </a:r>
          </a:p>
        </p:txBody>
      </p:sp>
      <p:sp>
        <p:nvSpPr>
          <p:cNvPr id="18" name="Content Placeholder 4">
            <a:extLst>
              <a:ext uri="{FF2B5EF4-FFF2-40B4-BE49-F238E27FC236}">
                <a16:creationId xmlns:a16="http://schemas.microsoft.com/office/drawing/2014/main" id="{FAC19E60-EB28-4C61-9CE6-7AA15334DB43}"/>
              </a:ext>
            </a:extLst>
          </p:cNvPr>
          <p:cNvSpPr txBox="1">
            <a:spLocks/>
          </p:cNvSpPr>
          <p:nvPr/>
        </p:nvSpPr>
        <p:spPr>
          <a:xfrm>
            <a:off x="6978144" y="4414278"/>
            <a:ext cx="4518390" cy="307777"/>
          </a:xfrm>
          <a:prstGeom prst="rect">
            <a:avLst/>
          </a:prstGeom>
        </p:spPr>
        <p:txBody>
          <a:bodyPr vert="horz" wrap="square" lIns="0" tIns="0" rIns="0" bIns="0" rtlCol="0">
            <a:spAutoFit/>
          </a:bodyPr>
          <a:lst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kumimoji="0" lang="en-IN" sz="2000" b="0" i="0" u="none" strike="noStrike" kern="1200" cap="none" spc="0" normalizeH="0" baseline="0" noProof="0" dirty="0">
                <a:ln>
                  <a:noFill/>
                </a:ln>
                <a:solidFill>
                  <a:srgbClr val="FFFFFF"/>
                </a:solidFill>
                <a:effectLst/>
                <a:uLnTx/>
                <a:uFillTx/>
                <a:latin typeface="Montserrat Light"/>
                <a:ea typeface="+mn-ea"/>
                <a:cs typeface="Rubik Light" pitchFamily="2" charset="-79"/>
              </a:rPr>
              <a:t>Key Action Items (Next Steps)</a:t>
            </a:r>
          </a:p>
        </p:txBody>
      </p:sp>
      <p:sp>
        <p:nvSpPr>
          <p:cNvPr id="20" name="Content Placeholder 4">
            <a:extLst>
              <a:ext uri="{FF2B5EF4-FFF2-40B4-BE49-F238E27FC236}">
                <a16:creationId xmlns:a16="http://schemas.microsoft.com/office/drawing/2014/main" id="{BE78595C-5BEE-427F-B977-5CB371D047CA}"/>
              </a:ext>
            </a:extLst>
          </p:cNvPr>
          <p:cNvSpPr txBox="1">
            <a:spLocks/>
          </p:cNvSpPr>
          <p:nvPr/>
        </p:nvSpPr>
        <p:spPr>
          <a:xfrm>
            <a:off x="6978144" y="5553443"/>
            <a:ext cx="4518390" cy="307777"/>
          </a:xfrm>
          <a:prstGeom prst="rect">
            <a:avLst/>
          </a:prstGeom>
        </p:spPr>
        <p:txBody>
          <a:bodyPr vert="horz" wrap="square" lIns="0" tIns="0" rIns="0" bIns="0" rtlCol="0">
            <a:spAutoFit/>
          </a:bodyPr>
          <a:lst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kumimoji="0" lang="en-US" sz="2000" b="0" i="0" u="none" strike="noStrike" kern="1200" cap="none" spc="0" normalizeH="0" baseline="0" noProof="0" dirty="0">
                <a:ln>
                  <a:noFill/>
                </a:ln>
                <a:solidFill>
                  <a:srgbClr val="FFFFFF"/>
                </a:solidFill>
                <a:effectLst/>
                <a:uLnTx/>
                <a:uFillTx/>
                <a:latin typeface="Montserrat Light"/>
                <a:ea typeface="+mn-ea"/>
                <a:cs typeface="Rubik Light" pitchFamily="2" charset="-79"/>
              </a:rPr>
              <a:t>RACI</a:t>
            </a:r>
          </a:p>
        </p:txBody>
      </p:sp>
      <p:sp>
        <p:nvSpPr>
          <p:cNvPr id="23" name="Content Placeholder 4">
            <a:extLst>
              <a:ext uri="{FF2B5EF4-FFF2-40B4-BE49-F238E27FC236}">
                <a16:creationId xmlns:a16="http://schemas.microsoft.com/office/drawing/2014/main" id="{E8E56B99-BF27-4C38-85FF-B5C4E6324B05}"/>
              </a:ext>
            </a:extLst>
          </p:cNvPr>
          <p:cNvSpPr txBox="1">
            <a:spLocks/>
          </p:cNvSpPr>
          <p:nvPr/>
        </p:nvSpPr>
        <p:spPr>
          <a:xfrm>
            <a:off x="6978144" y="990740"/>
            <a:ext cx="4518390" cy="692497"/>
          </a:xfrm>
          <a:prstGeom prst="rect">
            <a:avLst/>
          </a:prstGeom>
        </p:spPr>
        <p:txBody>
          <a:bodyPr vert="horz" wrap="square" lIns="0" tIns="0" rIns="0" bIns="0" rtlCol="0">
            <a:spAutoFit/>
          </a:bodyPr>
          <a:lst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kumimoji="0" lang="en-US" sz="2000" b="0" i="0" u="none" strike="noStrike" kern="1200" cap="none" spc="0" normalizeH="0" baseline="0" noProof="0" dirty="0">
                <a:ln>
                  <a:noFill/>
                </a:ln>
                <a:solidFill>
                  <a:srgbClr val="FFFFFF"/>
                </a:solidFill>
                <a:effectLst/>
                <a:uLnTx/>
                <a:uFillTx/>
                <a:latin typeface="Montserrat Light"/>
                <a:ea typeface="+mn-ea"/>
                <a:cs typeface="Rubik Light" pitchFamily="2" charset="-79"/>
              </a:rPr>
              <a:t>Project Overview</a:t>
            </a:r>
          </a:p>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lang="en-US" sz="2000" dirty="0">
                <a:solidFill>
                  <a:srgbClr val="FFFFFF"/>
                </a:solidFill>
                <a:latin typeface="Montserrat Light"/>
                <a:cs typeface="Rubik Light" pitchFamily="2" charset="-79"/>
              </a:rPr>
              <a:t>    </a:t>
            </a:r>
            <a:r>
              <a:rPr lang="en-US" sz="1600" dirty="0">
                <a:solidFill>
                  <a:srgbClr val="FFFFFF"/>
                </a:solidFill>
                <a:latin typeface="Montserrat Light"/>
                <a:cs typeface="Rubik Light" pitchFamily="2" charset="-79"/>
              </a:rPr>
              <a:t>Scope</a:t>
            </a:r>
            <a:r>
              <a:rPr lang="en-US" sz="2000" dirty="0">
                <a:solidFill>
                  <a:srgbClr val="FFFFFF"/>
                </a:solidFill>
                <a:latin typeface="Montserrat Light"/>
                <a:cs typeface="Rubik Light" pitchFamily="2" charset="-79"/>
              </a:rPr>
              <a:t>, </a:t>
            </a:r>
            <a:r>
              <a:rPr lang="en-US" sz="1600" dirty="0">
                <a:solidFill>
                  <a:srgbClr val="FFFFFF"/>
                </a:solidFill>
                <a:latin typeface="Montserrat Light"/>
                <a:cs typeface="Rubik Light" pitchFamily="2" charset="-79"/>
              </a:rPr>
              <a:t>Assumptions, Out of Scope, Risks</a:t>
            </a:r>
            <a:endParaRPr lang="en-US" sz="2000" dirty="0">
              <a:solidFill>
                <a:srgbClr val="FFFFFF"/>
              </a:solidFill>
              <a:latin typeface="Montserrat Light"/>
              <a:cs typeface="Rubik Light" pitchFamily="2" charset="-79"/>
            </a:endParaRPr>
          </a:p>
        </p:txBody>
      </p:sp>
      <p:sp>
        <p:nvSpPr>
          <p:cNvPr id="25" name="Content Placeholder 4">
            <a:extLst>
              <a:ext uri="{FF2B5EF4-FFF2-40B4-BE49-F238E27FC236}">
                <a16:creationId xmlns:a16="http://schemas.microsoft.com/office/drawing/2014/main" id="{8B507410-5E94-461D-823D-3C56766BF32D}"/>
              </a:ext>
            </a:extLst>
          </p:cNvPr>
          <p:cNvSpPr txBox="1">
            <a:spLocks/>
          </p:cNvSpPr>
          <p:nvPr/>
        </p:nvSpPr>
        <p:spPr>
          <a:xfrm>
            <a:off x="6978144" y="2129906"/>
            <a:ext cx="4518390" cy="307777"/>
          </a:xfrm>
          <a:prstGeom prst="rect">
            <a:avLst/>
          </a:prstGeom>
        </p:spPr>
        <p:txBody>
          <a:bodyPr vert="horz" wrap="square" lIns="0" tIns="0" rIns="0" bIns="0" rtlCol="0">
            <a:spAutoFit/>
          </a:bodyPr>
          <a:lstStyle>
            <a:lvl1pPr marL="182880" indent="-182880" algn="l" defTabSz="914400" rtl="0" eaLnBrk="1" latinLnBrk="0" hangingPunct="1">
              <a:lnSpc>
                <a:spcPct val="100000"/>
              </a:lnSpc>
              <a:spcBef>
                <a:spcPts val="900"/>
              </a:spcBef>
              <a:spcAft>
                <a:spcPts val="600"/>
              </a:spcAft>
              <a:buClr>
                <a:schemeClr val="bg1"/>
              </a:buClr>
              <a:buFont typeface="Garamond" pitchFamily="18" charset="0"/>
              <a:buChar char="◦"/>
              <a:defRPr sz="2400" kern="1200">
                <a:solidFill>
                  <a:schemeClr val="bg1"/>
                </a:solidFill>
                <a:latin typeface="Rubik" panose="00000500000000000000" pitchFamily="2" charset="-79"/>
                <a:ea typeface="+mn-ea"/>
                <a:cs typeface="Rubik" panose="00000500000000000000" pitchFamily="2" charset="-79"/>
              </a:defRPr>
            </a:lvl1pPr>
            <a:lvl2pPr marL="45720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2pPr>
            <a:lvl3pPr marL="73152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3pPr>
            <a:lvl4pPr marL="100584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4pPr>
            <a:lvl5pPr marL="1280160" indent="-182880" algn="l" defTabSz="914400" rtl="0" eaLnBrk="1" latinLnBrk="0" hangingPunct="1">
              <a:lnSpc>
                <a:spcPct val="100000"/>
              </a:lnSpc>
              <a:spcBef>
                <a:spcPts val="500"/>
              </a:spcBef>
              <a:spcAft>
                <a:spcPts val="600"/>
              </a:spcAft>
              <a:buClr>
                <a:schemeClr val="bg1"/>
              </a:buClr>
              <a:buFont typeface="Garamond" pitchFamily="18" charset="0"/>
              <a:buChar char="◦"/>
              <a:defRPr sz="2000" kern="1200">
                <a:solidFill>
                  <a:schemeClr val="bg1"/>
                </a:solidFill>
                <a:latin typeface="Rubik" panose="00000500000000000000" pitchFamily="2" charset="-79"/>
                <a:ea typeface="+mn-ea"/>
                <a:cs typeface="Rubik" panose="00000500000000000000" pitchFamily="2" charset="-79"/>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FFFFFF"/>
              </a:buClr>
              <a:buSzPts val="2200"/>
              <a:buFont typeface="Garamond" pitchFamily="18" charset="0"/>
              <a:buNone/>
              <a:tabLst/>
              <a:defRPr/>
            </a:pPr>
            <a:r>
              <a:rPr kumimoji="0" lang="en-US" sz="2000" b="0" i="0" u="none" strike="noStrike" kern="1200" cap="none" spc="0" normalizeH="0" baseline="0" noProof="0" dirty="0">
                <a:ln>
                  <a:noFill/>
                </a:ln>
                <a:solidFill>
                  <a:srgbClr val="FFFFFF"/>
                </a:solidFill>
                <a:effectLst/>
                <a:uLnTx/>
                <a:uFillTx/>
                <a:latin typeface="Montserrat Light"/>
                <a:ea typeface="+mn-ea"/>
                <a:cs typeface="Rubik Light" pitchFamily="2" charset="-79"/>
              </a:rPr>
              <a:t>Project Activities &amp; Timeline</a:t>
            </a:r>
          </a:p>
        </p:txBody>
      </p:sp>
      <p:cxnSp>
        <p:nvCxnSpPr>
          <p:cNvPr id="26" name="Straight Connector 25">
            <a:extLst>
              <a:ext uri="{FF2B5EF4-FFF2-40B4-BE49-F238E27FC236}">
                <a16:creationId xmlns:a16="http://schemas.microsoft.com/office/drawing/2014/main" id="{EF1D2DA6-E96A-4390-81D4-3668510E8813}"/>
              </a:ext>
            </a:extLst>
          </p:cNvPr>
          <p:cNvCxnSpPr>
            <a:cxnSpLocks/>
          </p:cNvCxnSpPr>
          <p:nvPr/>
        </p:nvCxnSpPr>
        <p:spPr>
          <a:xfrm>
            <a:off x="6978144" y="2856398"/>
            <a:ext cx="4518390" cy="0"/>
          </a:xfrm>
          <a:prstGeom prst="line">
            <a:avLst/>
          </a:prstGeom>
          <a:ln w="9525">
            <a:solidFill>
              <a:schemeClr val="bg2"/>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938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11">
            <a:extLst>
              <a:ext uri="{FF2B5EF4-FFF2-40B4-BE49-F238E27FC236}">
                <a16:creationId xmlns:a16="http://schemas.microsoft.com/office/drawing/2014/main" id="{FC7AC35C-7143-453D-8E83-25B9C3FE7212}"/>
              </a:ext>
            </a:extLst>
          </p:cNvPr>
          <p:cNvSpPr>
            <a:spLocks noChangeArrowheads="1"/>
          </p:cNvSpPr>
          <p:nvPr/>
        </p:nvSpPr>
        <p:spPr bwMode="gray">
          <a:xfrm>
            <a:off x="422572" y="1029126"/>
            <a:ext cx="1519680" cy="710773"/>
          </a:xfrm>
          <a:prstGeom prst="rect">
            <a:avLst/>
          </a:prstGeom>
          <a:solidFill>
            <a:schemeClr val="accent4"/>
          </a:solidFill>
          <a:ln w="28575" algn="ctr">
            <a:noFill/>
            <a:miter lim="800000"/>
            <a:headEnd/>
            <a:tailEnd/>
          </a:ln>
          <a:effectLst/>
        </p:spPr>
        <p:txBody>
          <a:bodyPr lIns="90000" tIns="90000" rIns="90000" bIns="90000"/>
          <a:lstStyle/>
          <a:p>
            <a:pPr eaLnBrk="0" fontAlgn="base" hangingPunct="0">
              <a:spcBef>
                <a:spcPct val="0"/>
              </a:spcBef>
              <a:spcAft>
                <a:spcPct val="0"/>
              </a:spcAft>
              <a:buClr>
                <a:srgbClr val="00A28A"/>
              </a:buClr>
              <a:buFont typeface="Times" pitchFamily="18" charset="0"/>
              <a:buNone/>
            </a:pPr>
            <a:r>
              <a:rPr lang="en-US" sz="1400" dirty="0">
                <a:latin typeface="+mj-lt"/>
                <a:ea typeface="Verdana" panose="020B0604030504040204" pitchFamily="34" charset="0"/>
              </a:rPr>
              <a:t>Background </a:t>
            </a:r>
            <a:br>
              <a:rPr lang="en-US" sz="1400" dirty="0">
                <a:latin typeface="+mj-lt"/>
                <a:ea typeface="Verdana" panose="020B0604030504040204" pitchFamily="34" charset="0"/>
              </a:rPr>
            </a:br>
            <a:r>
              <a:rPr lang="en-US" sz="1400" dirty="0">
                <a:latin typeface="+mj-lt"/>
                <a:ea typeface="Verdana" panose="020B0604030504040204" pitchFamily="34" charset="0"/>
              </a:rPr>
              <a:t>&amp; Objective</a:t>
            </a:r>
          </a:p>
        </p:txBody>
      </p:sp>
      <p:sp>
        <p:nvSpPr>
          <p:cNvPr id="7" name="AutoShape 13">
            <a:extLst>
              <a:ext uri="{FF2B5EF4-FFF2-40B4-BE49-F238E27FC236}">
                <a16:creationId xmlns:a16="http://schemas.microsoft.com/office/drawing/2014/main" id="{F5214F06-B4E3-4B45-89C2-E0F94E64F828}"/>
              </a:ext>
            </a:extLst>
          </p:cNvPr>
          <p:cNvSpPr>
            <a:spLocks noChangeArrowheads="1"/>
          </p:cNvSpPr>
          <p:nvPr/>
        </p:nvSpPr>
        <p:spPr bwMode="gray">
          <a:xfrm>
            <a:off x="422572" y="2024060"/>
            <a:ext cx="1519680" cy="4288248"/>
          </a:xfrm>
          <a:prstGeom prst="rect">
            <a:avLst/>
          </a:prstGeom>
          <a:solidFill>
            <a:schemeClr val="accent4"/>
          </a:solidFill>
          <a:ln w="28575" algn="ctr">
            <a:noFill/>
            <a:miter lim="800000"/>
            <a:headEnd/>
            <a:tailEnd/>
          </a:ln>
          <a:effectLst/>
        </p:spPr>
        <p:txBody>
          <a:bodyPr lIns="90000" tIns="90000" rIns="90000" bIns="90000"/>
          <a:lstStyle/>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endParaRPr lang="en-US" sz="1400" b="1" dirty="0">
              <a:solidFill>
                <a:schemeClr val="bg1"/>
              </a:solidFill>
              <a:latin typeface="+mj-lt"/>
              <a:ea typeface="Verdana" panose="020B0604030504040204" pitchFamily="34" charset="0"/>
            </a:endParaRPr>
          </a:p>
          <a:p>
            <a:pPr eaLnBrk="0" fontAlgn="base" hangingPunct="0">
              <a:spcBef>
                <a:spcPct val="0"/>
              </a:spcBef>
              <a:spcAft>
                <a:spcPct val="0"/>
              </a:spcAft>
              <a:buClr>
                <a:srgbClr val="00A28A"/>
              </a:buClr>
              <a:buFont typeface="Times" pitchFamily="18" charset="0"/>
              <a:buNone/>
            </a:pPr>
            <a:r>
              <a:rPr lang="en-US" sz="1400" dirty="0">
                <a:latin typeface="+mj-lt"/>
                <a:ea typeface="Verdana" panose="020B0604030504040204" pitchFamily="34" charset="0"/>
              </a:rPr>
              <a:t>Scope</a:t>
            </a:r>
          </a:p>
        </p:txBody>
      </p:sp>
      <p:sp>
        <p:nvSpPr>
          <p:cNvPr id="13" name="Rectangle 12">
            <a:extLst>
              <a:ext uri="{FF2B5EF4-FFF2-40B4-BE49-F238E27FC236}">
                <a16:creationId xmlns:a16="http://schemas.microsoft.com/office/drawing/2014/main" id="{2231D4FA-A43C-441C-B02D-722F70528183}"/>
              </a:ext>
            </a:extLst>
          </p:cNvPr>
          <p:cNvSpPr>
            <a:spLocks noChangeArrowheads="1"/>
          </p:cNvSpPr>
          <p:nvPr/>
        </p:nvSpPr>
        <p:spPr bwMode="auto">
          <a:xfrm>
            <a:off x="2105246" y="1029126"/>
            <a:ext cx="9664183" cy="860312"/>
          </a:xfrm>
          <a:prstGeom prst="rect">
            <a:avLst/>
          </a:prstGeom>
          <a:noFill/>
          <a:ln w="19050">
            <a:noFill/>
            <a:miter lim="800000"/>
            <a:headEnd/>
            <a:tailEnd/>
          </a:ln>
          <a:effectLst/>
        </p:spPr>
        <p:txBody>
          <a:bodyPr lIns="0" tIns="0" rIns="0" bIns="0">
            <a:noAutofit/>
          </a:bodyPr>
          <a:lstStyle/>
          <a:p>
            <a:pPr marL="169863" indent="-169863"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The objective is to help </a:t>
            </a:r>
            <a:r>
              <a:rPr lang="en-US" sz="1200" dirty="0">
                <a:highlight>
                  <a:srgbClr val="FFFF00"/>
                </a:highlight>
                <a:ea typeface="Verdana" panose="020B0604030504040204" pitchFamily="34" charset="0"/>
              </a:rPr>
              <a:t>[CUSTOMER] </a:t>
            </a:r>
            <a:r>
              <a:rPr lang="en-US" sz="1200" dirty="0">
                <a:solidFill>
                  <a:srgbClr val="FFFFFF"/>
                </a:solidFill>
                <a:ea typeface="Verdana" panose="020B0604030504040204" pitchFamily="34" charset="0"/>
              </a:rPr>
              <a:t>implement Saviynt CPAM solution in order to build a robust Privileged Access Management (PAM) program and strengthen their overall cybersecurity posture. </a:t>
            </a:r>
          </a:p>
          <a:p>
            <a:pPr marL="169863" indent="-169863"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~10-week estimated timeline for completion for Phase-1 of the project including post go-live Hypercare</a:t>
            </a:r>
          </a:p>
          <a:p>
            <a:pPr marL="169863" indent="-169863"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~25-week estimated timeline for completion of Phase-2 of the project including post go-live Hypercare</a:t>
            </a:r>
            <a:endParaRPr lang="en-US" sz="1200" dirty="0">
              <a:solidFill>
                <a:srgbClr val="646464"/>
              </a:solidFill>
              <a:ea typeface="Verdana" panose="020B0604030504040204" pitchFamily="34" charset="0"/>
            </a:endParaRPr>
          </a:p>
        </p:txBody>
      </p:sp>
      <p:sp>
        <p:nvSpPr>
          <p:cNvPr id="14" name="Rectangle 13">
            <a:extLst>
              <a:ext uri="{FF2B5EF4-FFF2-40B4-BE49-F238E27FC236}">
                <a16:creationId xmlns:a16="http://schemas.microsoft.com/office/drawing/2014/main" id="{0543D0DF-D468-487B-91F5-60D0A3CF8C30}"/>
              </a:ext>
            </a:extLst>
          </p:cNvPr>
          <p:cNvSpPr>
            <a:spLocks noChangeArrowheads="1"/>
          </p:cNvSpPr>
          <p:nvPr/>
        </p:nvSpPr>
        <p:spPr bwMode="auto">
          <a:xfrm>
            <a:off x="2105247" y="2024060"/>
            <a:ext cx="9664182" cy="4399649"/>
          </a:xfrm>
          <a:prstGeom prst="rect">
            <a:avLst/>
          </a:prstGeom>
          <a:noFill/>
          <a:ln w="19050">
            <a:noFill/>
            <a:miter lim="800000"/>
            <a:headEnd/>
            <a:tailEnd/>
          </a:ln>
          <a:effectLst/>
        </p:spPr>
        <p:txBody>
          <a:bodyPr lIns="0" tIns="0" rIns="0" bIns="0">
            <a:noAutofit/>
          </a:bodyPr>
          <a:lstStyle/>
          <a:p>
            <a:pPr indent="-195262" fontAlgn="base">
              <a:spcBef>
                <a:spcPct val="20000"/>
              </a:spcBef>
              <a:spcAft>
                <a:spcPct val="0"/>
              </a:spcAft>
              <a:buClr>
                <a:srgbClr val="FFD200"/>
              </a:buClr>
              <a:buSzPct val="100000"/>
            </a:pPr>
            <a:r>
              <a:rPr lang="en-US" sz="1200" dirty="0">
                <a:solidFill>
                  <a:srgbClr val="FFFFFF"/>
                </a:solidFill>
                <a:ea typeface="Verdana" panose="020B0604030504040204" pitchFamily="34" charset="0"/>
              </a:rPr>
              <a:t>Based on our understanding of </a:t>
            </a:r>
            <a:r>
              <a:rPr lang="en-US" sz="1200" dirty="0">
                <a:highlight>
                  <a:srgbClr val="FFFF00"/>
                </a:highlight>
                <a:ea typeface="Verdana" panose="020B0604030504040204" pitchFamily="34" charset="0"/>
              </a:rPr>
              <a:t>[CUSTOMER] </a:t>
            </a:r>
            <a:r>
              <a:rPr lang="en-US" sz="1200" dirty="0">
                <a:solidFill>
                  <a:srgbClr val="FFFFFF"/>
                </a:solidFill>
                <a:ea typeface="Verdana" panose="020B0604030504040204" pitchFamily="34" charset="0"/>
              </a:rPr>
              <a:t> scope, we have summarized project scope as below</a:t>
            </a:r>
          </a:p>
          <a:p>
            <a:pPr fontAlgn="base">
              <a:spcBef>
                <a:spcPct val="20000"/>
              </a:spcBef>
              <a:spcAft>
                <a:spcPct val="0"/>
              </a:spcAft>
              <a:buClr>
                <a:schemeClr val="bg1"/>
              </a:buClr>
              <a:buSzPct val="100000"/>
            </a:pPr>
            <a:endParaRPr lang="en-US" sz="1200" dirty="0">
              <a:solidFill>
                <a:srgbClr val="FFFFFF"/>
              </a:solidFill>
              <a:ea typeface="Verdana" panose="020B0604030504040204" pitchFamily="34" charset="0"/>
            </a:endParaRPr>
          </a:p>
          <a:p>
            <a:pPr fontAlgn="base">
              <a:spcBef>
                <a:spcPct val="20000"/>
              </a:spcBef>
              <a:spcAft>
                <a:spcPct val="0"/>
              </a:spcAft>
              <a:buClr>
                <a:schemeClr val="bg1"/>
              </a:buClr>
              <a:buSzPct val="100000"/>
            </a:pPr>
            <a:r>
              <a:rPr lang="en-US" sz="1200" b="1" dirty="0">
                <a:solidFill>
                  <a:srgbClr val="FFFFFF"/>
                </a:solidFill>
                <a:ea typeface="Verdana" panose="020B0604030504040204" pitchFamily="34" charset="0"/>
              </a:rPr>
              <a:t>Phase 1: Building CPAM environment – Addressing core requirements for Audit </a:t>
            </a:r>
          </a:p>
          <a:p>
            <a:pPr marL="169863" indent="-169863" fontAlgn="base">
              <a:spcBef>
                <a:spcPct val="20000"/>
              </a:spcBef>
              <a:spcAft>
                <a:spcPct val="0"/>
              </a:spcAft>
              <a:buClr>
                <a:schemeClr val="bg1"/>
              </a:buClr>
              <a:buSzPct val="100000"/>
              <a:buFont typeface="Arial" panose="020B0604020202020204" pitchFamily="34" charset="0"/>
              <a:buChar char="•"/>
            </a:pPr>
            <a:r>
              <a:rPr lang="en-US" sz="1200" b="1" dirty="0">
                <a:solidFill>
                  <a:srgbClr val="FFFFFF"/>
                </a:solidFill>
                <a:ea typeface="Verdana" panose="020B0604030504040204" pitchFamily="34" charset="0"/>
              </a:rPr>
              <a:t>Active Directory Privileged Accounts and service Accounts onboarding</a:t>
            </a:r>
            <a:r>
              <a:rPr lang="en-US" sz="1200" dirty="0">
                <a:solidFill>
                  <a:srgbClr val="FFFFFF"/>
                </a:solidFill>
                <a:ea typeface="Verdana" panose="020B0604030504040204" pitchFamily="34" charset="0"/>
              </a:rPr>
              <a:t>: Policy based password rotation, Check-in/check-out, Password policy, Credential checkout, Credential Less ADAM(AD Console) access</a:t>
            </a:r>
          </a:p>
          <a:p>
            <a:pPr marL="169863" indent="-169863" fontAlgn="base">
              <a:spcBef>
                <a:spcPct val="20000"/>
              </a:spcBef>
              <a:spcAft>
                <a:spcPct val="0"/>
              </a:spcAft>
              <a:buClr>
                <a:schemeClr val="bg1"/>
              </a:buClr>
              <a:buSzPct val="100000"/>
              <a:buFont typeface="Arial" panose="020B0604020202020204" pitchFamily="34" charset="0"/>
              <a:buChar char="•"/>
            </a:pPr>
            <a:r>
              <a:rPr lang="en-US" sz="1200" b="1" dirty="0">
                <a:solidFill>
                  <a:srgbClr val="FFFFFF"/>
                </a:solidFill>
                <a:ea typeface="Verdana" panose="020B0604030504040204" pitchFamily="34" charset="0"/>
              </a:rPr>
              <a:t>AWS</a:t>
            </a:r>
            <a:r>
              <a:rPr lang="en-US" sz="1200" dirty="0">
                <a:solidFill>
                  <a:srgbClr val="FFFFFF"/>
                </a:solidFill>
                <a:ea typeface="Verdana" panose="020B0604030504040204" pitchFamily="34" charset="0"/>
              </a:rPr>
              <a:t>: One AWS account onboarding, Machine discovery, Session Recording and playback, Workload access method (Credential, Credential Less, and Just in Time), AWS console, Linux and Windows workload protections</a:t>
            </a:r>
          </a:p>
          <a:p>
            <a:pPr marL="169863" indent="-169863" fontAlgn="base">
              <a:spcBef>
                <a:spcPct val="20000"/>
              </a:spcBef>
              <a:spcAft>
                <a:spcPct val="0"/>
              </a:spcAft>
              <a:buClr>
                <a:schemeClr val="bg1"/>
              </a:buClr>
              <a:buSzPct val="100000"/>
              <a:buFont typeface="Arial" panose="020B0604020202020204" pitchFamily="34" charset="0"/>
              <a:buChar char="•"/>
            </a:pPr>
            <a:r>
              <a:rPr lang="en-US" sz="1200" b="1" dirty="0">
                <a:solidFill>
                  <a:srgbClr val="FFFFFF"/>
                </a:solidFill>
                <a:ea typeface="Verdana" panose="020B0604030504040204" pitchFamily="34" charset="0"/>
              </a:rPr>
              <a:t>Splunk</a:t>
            </a:r>
            <a:r>
              <a:rPr lang="en-US" sz="1200" dirty="0">
                <a:solidFill>
                  <a:srgbClr val="FFFFFF"/>
                </a:solidFill>
                <a:ea typeface="Verdana" panose="020B0604030504040204" pitchFamily="34" charset="0"/>
              </a:rPr>
              <a:t> (Security Information and Event Management – SIEM) integration.</a:t>
            </a:r>
            <a:endParaRPr lang="en-US" sz="1200" dirty="0">
              <a:solidFill>
                <a:srgbClr val="FFFFFF"/>
              </a:solidFill>
              <a:highlight>
                <a:srgbClr val="FABD2F"/>
              </a:highlight>
              <a:ea typeface="Verdana" panose="020B0604030504040204" pitchFamily="34" charset="0"/>
            </a:endParaRPr>
          </a:p>
          <a:p>
            <a:pPr marL="169863" indent="-169863"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OnPerm Vault Integration</a:t>
            </a:r>
          </a:p>
          <a:p>
            <a:pPr fontAlgn="base">
              <a:spcBef>
                <a:spcPct val="20000"/>
              </a:spcBef>
              <a:spcAft>
                <a:spcPct val="0"/>
              </a:spcAft>
              <a:buClr>
                <a:schemeClr val="bg1"/>
              </a:buClr>
              <a:buSzPct val="100000"/>
            </a:pPr>
            <a:endParaRPr lang="en-US" sz="1200" dirty="0">
              <a:solidFill>
                <a:srgbClr val="FFFFFF"/>
              </a:solidFill>
              <a:ea typeface="Verdana" panose="020B0604030504040204" pitchFamily="34" charset="0"/>
            </a:endParaRPr>
          </a:p>
          <a:p>
            <a:pPr fontAlgn="base">
              <a:spcBef>
                <a:spcPct val="20000"/>
              </a:spcBef>
              <a:spcAft>
                <a:spcPct val="0"/>
              </a:spcAft>
              <a:buClr>
                <a:schemeClr val="bg1"/>
              </a:buClr>
              <a:buSzPct val="100000"/>
            </a:pPr>
            <a:r>
              <a:rPr lang="en-US" sz="1200" b="1" dirty="0">
                <a:solidFill>
                  <a:srgbClr val="FFFFFF"/>
                </a:solidFill>
                <a:ea typeface="Verdana" panose="020B0604030504040204" pitchFamily="34" charset="0"/>
              </a:rPr>
              <a:t>Phase 2: Expansion of CPAM</a:t>
            </a:r>
            <a:r>
              <a:rPr lang="en-US" sz="1200" dirty="0">
                <a:solidFill>
                  <a:srgbClr val="FFFFFF"/>
                </a:solidFill>
                <a:ea typeface="Verdana" panose="020B0604030504040204" pitchFamily="34" charset="0"/>
              </a:rPr>
              <a:t> </a:t>
            </a:r>
          </a:p>
          <a:p>
            <a:pPr marL="171450" indent="-171450"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Automatic password rotation (</a:t>
            </a:r>
            <a:r>
              <a:rPr lang="en-US" sz="1200" b="1" dirty="0">
                <a:solidFill>
                  <a:srgbClr val="FFFFFF"/>
                </a:solidFill>
                <a:ea typeface="Verdana" panose="020B0604030504040204" pitchFamily="34" charset="0"/>
              </a:rPr>
              <a:t>Windows Services, Schedule Tasks</a:t>
            </a:r>
            <a:r>
              <a:rPr lang="en-US" sz="1200" dirty="0">
                <a:solidFill>
                  <a:srgbClr val="FFFFFF"/>
                </a:solidFill>
                <a:ea typeface="Verdana" panose="020B0604030504040204" pitchFamily="34" charset="0"/>
              </a:rPr>
              <a:t>)</a:t>
            </a:r>
          </a:p>
          <a:p>
            <a:pPr marL="171450" indent="-171450" fontAlgn="base">
              <a:spcBef>
                <a:spcPct val="20000"/>
              </a:spcBef>
              <a:spcAft>
                <a:spcPct val="0"/>
              </a:spcAft>
              <a:buClr>
                <a:schemeClr val="bg1"/>
              </a:buClr>
              <a:buSzPct val="100000"/>
              <a:buFont typeface="Arial" panose="020B0604020202020204" pitchFamily="34" charset="0"/>
              <a:buChar char="•"/>
            </a:pPr>
            <a:r>
              <a:rPr lang="en-US" sz="1200" b="1" dirty="0">
                <a:solidFill>
                  <a:srgbClr val="FFFFFF"/>
                </a:solidFill>
                <a:ea typeface="Verdana" panose="020B0604030504040204" pitchFamily="34" charset="0"/>
              </a:rPr>
              <a:t>Service Account Management </a:t>
            </a:r>
            <a:r>
              <a:rPr lang="en-US" sz="1200" dirty="0">
                <a:solidFill>
                  <a:srgbClr val="FFFFFF"/>
                </a:solidFill>
                <a:ea typeface="Verdana" panose="020B0604030504040204" pitchFamily="34" charset="0"/>
              </a:rPr>
              <a:t>(Active Directory Service Account management, Strategy definition to reduce service accounts, Service Account removal from Unix servers.</a:t>
            </a:r>
          </a:p>
          <a:p>
            <a:pPr marL="171450" indent="-171450" fontAlgn="base">
              <a:spcBef>
                <a:spcPct val="20000"/>
              </a:spcBef>
              <a:spcAft>
                <a:spcPct val="0"/>
              </a:spcAft>
              <a:buClr>
                <a:schemeClr val="bg1"/>
              </a:buClr>
              <a:buSzPct val="100000"/>
              <a:buFont typeface="Arial" panose="020B0604020202020204" pitchFamily="34" charset="0"/>
              <a:buChar char="•"/>
            </a:pPr>
            <a:r>
              <a:rPr lang="en-US" sz="1200" b="1" dirty="0">
                <a:solidFill>
                  <a:srgbClr val="FFFFFF"/>
                </a:solidFill>
                <a:ea typeface="Verdana" panose="020B0604030504040204" pitchFamily="34" charset="0"/>
              </a:rPr>
              <a:t>Two (2) AWS accounts </a:t>
            </a:r>
            <a:r>
              <a:rPr lang="en-US" sz="1200" dirty="0">
                <a:solidFill>
                  <a:srgbClr val="FFFFFF"/>
                </a:solidFill>
                <a:ea typeface="Verdana" panose="020B0604030504040204" pitchFamily="34" charset="0"/>
              </a:rPr>
              <a:t>onboarding to cover “console, Linux, Windows and DB” workloads to extend phase-1 solution</a:t>
            </a:r>
          </a:p>
          <a:p>
            <a:pPr marL="171450" indent="-171450" fontAlgn="base">
              <a:spcBef>
                <a:spcPct val="20000"/>
              </a:spcBef>
              <a:spcAft>
                <a:spcPct val="0"/>
              </a:spcAft>
              <a:buClr>
                <a:schemeClr val="bg1"/>
              </a:buClr>
              <a:buSzPct val="100000"/>
              <a:buFont typeface="Arial" panose="020B0604020202020204" pitchFamily="34" charset="0"/>
              <a:buChar char="•"/>
            </a:pPr>
            <a:r>
              <a:rPr lang="en-US" sz="1200" dirty="0">
                <a:solidFill>
                  <a:srgbClr val="FFFFFF"/>
                </a:solidFill>
                <a:ea typeface="Verdana" panose="020B0604030504040204" pitchFamily="34" charset="0"/>
              </a:rPr>
              <a:t>Solution design to onboard </a:t>
            </a:r>
            <a:r>
              <a:rPr lang="en-US" sz="1200" b="1" dirty="0">
                <a:solidFill>
                  <a:srgbClr val="FFFFFF"/>
                </a:solidFill>
                <a:ea typeface="Verdana" panose="020B0604030504040204" pitchFamily="34" charset="0"/>
              </a:rPr>
              <a:t>OnPerm infrastructure </a:t>
            </a:r>
            <a:r>
              <a:rPr lang="en-US" sz="1200" dirty="0">
                <a:solidFill>
                  <a:srgbClr val="FFFFFF"/>
                </a:solidFill>
                <a:ea typeface="Verdana" panose="020B0604030504040204" pitchFamily="34" charset="0"/>
              </a:rPr>
              <a:t>(Up to 5 sets of unique combinations of machines) to demonstrate JIT, Credential Less, Credential access to Windows/Linux and DB workloads</a:t>
            </a:r>
          </a:p>
          <a:p>
            <a:pPr fontAlgn="base">
              <a:spcBef>
                <a:spcPct val="20000"/>
              </a:spcBef>
              <a:spcAft>
                <a:spcPct val="0"/>
              </a:spcAft>
              <a:buClr>
                <a:schemeClr val="bg1"/>
              </a:buClr>
              <a:buSzPct val="100000"/>
            </a:pPr>
            <a:endParaRPr lang="en-US" sz="1200" dirty="0">
              <a:solidFill>
                <a:srgbClr val="FFFFFF"/>
              </a:solidFill>
              <a:ea typeface="Verdana" panose="020B0604030504040204" pitchFamily="34" charset="0"/>
            </a:endParaRPr>
          </a:p>
          <a:p>
            <a:pPr marL="169863" indent="-169863" fontAlgn="base">
              <a:spcBef>
                <a:spcPct val="20000"/>
              </a:spcBef>
              <a:spcAft>
                <a:spcPct val="0"/>
              </a:spcAft>
              <a:buClr>
                <a:schemeClr val="bg1"/>
              </a:buClr>
              <a:buSzPct val="100000"/>
              <a:buFont typeface="Arial" panose="020B0604020202020204" pitchFamily="34" charset="0"/>
              <a:buChar char="•"/>
            </a:pPr>
            <a:endParaRPr lang="en-US" sz="1200" dirty="0">
              <a:solidFill>
                <a:srgbClr val="FFFFFF"/>
              </a:solidFill>
              <a:ea typeface="Verdana" panose="020B0604030504040204" pitchFamily="34" charset="0"/>
            </a:endParaRPr>
          </a:p>
          <a:p>
            <a:pPr fontAlgn="base">
              <a:spcBef>
                <a:spcPct val="20000"/>
              </a:spcBef>
              <a:spcAft>
                <a:spcPct val="0"/>
              </a:spcAft>
              <a:buClr>
                <a:schemeClr val="bg1"/>
              </a:buClr>
              <a:buSzPct val="100000"/>
            </a:pPr>
            <a:endParaRPr lang="en-US" sz="1200" dirty="0">
              <a:solidFill>
                <a:srgbClr val="FFFFFF"/>
              </a:solidFill>
              <a:ea typeface="Verdana" panose="020B0604030504040204" pitchFamily="34" charset="0"/>
            </a:endParaRPr>
          </a:p>
        </p:txBody>
      </p:sp>
      <p:sp>
        <p:nvSpPr>
          <p:cNvPr id="2" name="Title 1">
            <a:extLst>
              <a:ext uri="{FF2B5EF4-FFF2-40B4-BE49-F238E27FC236}">
                <a16:creationId xmlns:a16="http://schemas.microsoft.com/office/drawing/2014/main" id="{8225BB89-332A-4A41-BF74-E3A39FBFBF53}"/>
              </a:ext>
            </a:extLst>
          </p:cNvPr>
          <p:cNvSpPr>
            <a:spLocks noGrp="1"/>
          </p:cNvSpPr>
          <p:nvPr>
            <p:ph type="title"/>
          </p:nvPr>
        </p:nvSpPr>
        <p:spPr/>
        <p:txBody>
          <a:bodyPr/>
          <a:lstStyle/>
          <a:p>
            <a:r>
              <a:rPr lang="en-IN" dirty="0"/>
              <a:t>Project Overview</a:t>
            </a:r>
          </a:p>
        </p:txBody>
      </p:sp>
      <p:cxnSp>
        <p:nvCxnSpPr>
          <p:cNvPr id="4" name="Straight Connector 3">
            <a:extLst>
              <a:ext uri="{FF2B5EF4-FFF2-40B4-BE49-F238E27FC236}">
                <a16:creationId xmlns:a16="http://schemas.microsoft.com/office/drawing/2014/main" id="{D3768E39-5797-4B37-8412-4A96FDBDDD7D}"/>
              </a:ext>
            </a:extLst>
          </p:cNvPr>
          <p:cNvCxnSpPr>
            <a:cxnSpLocks/>
          </p:cNvCxnSpPr>
          <p:nvPr/>
        </p:nvCxnSpPr>
        <p:spPr>
          <a:xfrm>
            <a:off x="422572" y="1889440"/>
            <a:ext cx="11346857" cy="0"/>
          </a:xfrm>
          <a:prstGeom prst="line">
            <a:avLst/>
          </a:prstGeom>
          <a:ln w="9525">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026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C6EF-9EC2-4C65-BBFC-7AC5A5D460DA}"/>
              </a:ext>
            </a:extLst>
          </p:cNvPr>
          <p:cNvSpPr>
            <a:spLocks noGrp="1"/>
          </p:cNvSpPr>
          <p:nvPr>
            <p:ph type="title"/>
          </p:nvPr>
        </p:nvSpPr>
        <p:spPr/>
        <p:txBody>
          <a:bodyPr/>
          <a:lstStyle/>
          <a:p>
            <a:r>
              <a:rPr lang="en-US" dirty="0"/>
              <a:t>Assumptions</a:t>
            </a:r>
          </a:p>
        </p:txBody>
      </p:sp>
      <p:sp>
        <p:nvSpPr>
          <p:cNvPr id="3" name="Rectangle 2">
            <a:extLst>
              <a:ext uri="{FF2B5EF4-FFF2-40B4-BE49-F238E27FC236}">
                <a16:creationId xmlns:a16="http://schemas.microsoft.com/office/drawing/2014/main" id="{E28E756D-61BA-43D3-AEBD-8794F54A2358}"/>
              </a:ext>
            </a:extLst>
          </p:cNvPr>
          <p:cNvSpPr>
            <a:spLocks noChangeArrowheads="1"/>
          </p:cNvSpPr>
          <p:nvPr/>
        </p:nvSpPr>
        <p:spPr bwMode="auto">
          <a:xfrm>
            <a:off x="540016" y="1159994"/>
            <a:ext cx="11095513" cy="5073026"/>
          </a:xfrm>
          <a:prstGeom prst="rect">
            <a:avLst/>
          </a:prstGeom>
          <a:noFill/>
          <a:ln w="19050">
            <a:noFill/>
            <a:miter lim="800000"/>
            <a:headEnd/>
            <a:tailEnd/>
          </a:ln>
          <a:effectLst/>
        </p:spPr>
        <p:txBody>
          <a:bodyPr lIns="0" tIns="0" rIns="0" bIns="0">
            <a:noAutofit/>
          </a:bodyPr>
          <a:lstStyle/>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The Saviynt resources will deliver the work through the following mechanisms: Email, Phone calls and </a:t>
            </a:r>
            <a:r>
              <a:rPr lang="en-US" sz="1600" dirty="0">
                <a:solidFill>
                  <a:schemeClr val="bg1"/>
                </a:solidFill>
                <a:latin typeface="+mj-lt"/>
                <a:ea typeface="Times New Roman" panose="02020603050405020304" pitchFamily="18" charset="0"/>
              </a:rPr>
              <a:t>Zoom</a:t>
            </a:r>
            <a:r>
              <a:rPr lang="en-US" sz="1600" dirty="0">
                <a:solidFill>
                  <a:schemeClr val="bg1"/>
                </a:solidFill>
                <a:effectLst/>
                <a:latin typeface="+mj-lt"/>
                <a:ea typeface="Times New Roman" panose="02020603050405020304" pitchFamily="18" charset="0"/>
              </a:rPr>
              <a:t> (or similar) meetings.</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Out of the box connectors will be utilized for integrating with in-scope applications wherever applicable.</a:t>
            </a:r>
          </a:p>
          <a:p>
            <a:pPr marL="285750" indent="-285750" algn="jus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will be responsible for UAT &amp; Systems Integration Testing (SIT). Customer will own the test cases, scripts and identifying individuals for UAT. Saviynt will provide information on functional test use cases. Saviynt can assist customer in UAT test case creation if needed. </a:t>
            </a:r>
          </a:p>
          <a:p>
            <a:pPr marL="285750" indent="-285750" algn="just">
              <a:buFont typeface="Arial" panose="020B0604020202020204" pitchFamily="34" charset="0"/>
              <a:buChar char="•"/>
            </a:pPr>
            <a:r>
              <a:rPr lang="en-US" sz="1600" dirty="0">
                <a:solidFill>
                  <a:schemeClr val="bg1"/>
                </a:solidFill>
                <a:effectLst/>
                <a:latin typeface="+mj-lt"/>
                <a:ea typeface="Times New Roman" panose="02020603050405020304" pitchFamily="18" charset="0"/>
              </a:rPr>
              <a:t>Saviynt can provide configuration guides and solution implementation steps. Client needs to create operational documentation based on their requirements. Saviynt can assist but will not own any operational documents.</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will provide the necessary network connectivity to Development, UAT, and Production environments, so that Saviynt system can connect to Customer system in each environment for troubleshooting and assistance provided.</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will ensure the data validation and integrity check of all data and feeds.</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will provide information about different types of attributes that need to be set within each target system while provisioning.</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Organizational “rollout” within the Customer organization(s) is the responsibility of Customer.</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shall communicate to Saviynt any changes in schedule and availability of project personnel, computing hardware, software, resources, or facilities related to the project at least five (5) business days prior to the change.</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Customer shall resolve all other environmental issues (including but not limited to application server, databases, and network routing)</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Organization change management &amp; communication will be responsibility of Customer.</a:t>
            </a:r>
          </a:p>
          <a:p>
            <a:pPr marL="285750" marR="0" lvl="0" indent="-285750" algn="just">
              <a:spcBef>
                <a:spcPts val="0"/>
              </a:spcBef>
              <a:spcAft>
                <a:spcPts val="0"/>
              </a:spcAft>
              <a:buFont typeface="Arial" panose="020B0604020202020204" pitchFamily="34" charset="0"/>
              <a:buChar char="•"/>
            </a:pPr>
            <a:r>
              <a:rPr lang="en-US" sz="1600" dirty="0">
                <a:solidFill>
                  <a:schemeClr val="bg1"/>
                </a:solidFill>
                <a:effectLst/>
                <a:latin typeface="+mj-lt"/>
                <a:ea typeface="Times New Roman" panose="02020603050405020304" pitchFamily="18" charset="0"/>
              </a:rPr>
              <a:t>Prerequisite: Connectivity from Saviynt Security Manager (SSM) to Active Directory, AWS and target workloads/environments in scope.</a:t>
            </a:r>
          </a:p>
          <a:p>
            <a:pPr marL="285750" marR="0" lvl="0" indent="-285750" algn="just">
              <a:spcBef>
                <a:spcPts val="0"/>
              </a:spcBef>
              <a:spcAft>
                <a:spcPts val="0"/>
              </a:spcAft>
              <a:buFont typeface="Arial" panose="020B0604020202020204" pitchFamily="34" charset="0"/>
              <a:buChar char="•"/>
            </a:pPr>
            <a:endParaRPr lang="en-US" sz="1800" dirty="0">
              <a:solidFill>
                <a:schemeClr val="bg1"/>
              </a:solidFill>
              <a:effectLst/>
              <a:latin typeface="+mj-lt"/>
              <a:ea typeface="Times New Roman" panose="02020603050405020304" pitchFamily="18" charset="0"/>
            </a:endParaRPr>
          </a:p>
        </p:txBody>
      </p:sp>
    </p:spTree>
    <p:extLst>
      <p:ext uri="{BB962C8B-B14F-4D97-AF65-F5344CB8AC3E}">
        <p14:creationId xmlns:p14="http://schemas.microsoft.com/office/powerpoint/2010/main" val="352272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C6EF-9EC2-4C65-BBFC-7AC5A5D460DA}"/>
              </a:ext>
            </a:extLst>
          </p:cNvPr>
          <p:cNvSpPr>
            <a:spLocks noGrp="1"/>
          </p:cNvSpPr>
          <p:nvPr>
            <p:ph type="title"/>
          </p:nvPr>
        </p:nvSpPr>
        <p:spPr/>
        <p:txBody>
          <a:bodyPr/>
          <a:lstStyle/>
          <a:p>
            <a:r>
              <a:rPr lang="en-US" dirty="0"/>
              <a:t>Out of Scope</a:t>
            </a:r>
          </a:p>
        </p:txBody>
      </p:sp>
      <p:sp>
        <p:nvSpPr>
          <p:cNvPr id="3" name="Rectangle 2">
            <a:extLst>
              <a:ext uri="{FF2B5EF4-FFF2-40B4-BE49-F238E27FC236}">
                <a16:creationId xmlns:a16="http://schemas.microsoft.com/office/drawing/2014/main" id="{E28E756D-61BA-43D3-AEBD-8794F54A2358}"/>
              </a:ext>
            </a:extLst>
          </p:cNvPr>
          <p:cNvSpPr>
            <a:spLocks noChangeArrowheads="1"/>
          </p:cNvSpPr>
          <p:nvPr/>
        </p:nvSpPr>
        <p:spPr bwMode="auto">
          <a:xfrm>
            <a:off x="540016" y="1159994"/>
            <a:ext cx="11095513" cy="4399649"/>
          </a:xfrm>
          <a:prstGeom prst="rect">
            <a:avLst/>
          </a:prstGeom>
          <a:noFill/>
          <a:ln w="19050">
            <a:noFill/>
            <a:miter lim="800000"/>
            <a:headEnd/>
            <a:tailEnd/>
          </a:ln>
          <a:effectLst/>
        </p:spPr>
        <p:txBody>
          <a:bodyPr lIns="0" tIns="0" rIns="0" bIns="0">
            <a:noAutofit/>
          </a:bodyPr>
          <a:lstStyle/>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Provisioning, Deprovisioning and JML (Joiner, Mover and Leaver) process for in-scope applications and already onboarding applications.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Active Directory (“AD”) groups creation/management.</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Segregation of Duty (“SOD’), Role engineering and mining.</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Access Request System configuration for in-scope applications.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Custom development for Access Request System (ARS) forms and other items.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Perform organizational change management.</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Configure on-demand reports and/or controls post go-live.</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Configure on-going certifications campaigns or any other operational work. </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Retirement of any existing platforms or products.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Operational support activities.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Development of custom connectors.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Data clean-up, including resolution of incorrect or missing identity correlation data.</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Development or execution of a communication plan.</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Development or execution of test scripts.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Project management and/or coordination of activities between Customer and third-party stakeholders.</a:t>
            </a:r>
          </a:p>
          <a:p>
            <a:pPr marL="285750" marR="0" lvl="0" indent="-285750" algn="just">
              <a:spcBef>
                <a:spcPts val="0"/>
              </a:spcBef>
              <a:spcAft>
                <a:spcPts val="0"/>
              </a:spcAft>
              <a:buFont typeface="Arial" panose="020B0604020202020204" pitchFamily="34" charset="0"/>
              <a:buChar char="•"/>
            </a:pPr>
            <a:r>
              <a:rPr lang="en-US" sz="1800" dirty="0">
                <a:solidFill>
                  <a:schemeClr val="bg1"/>
                </a:solidFill>
                <a:effectLst/>
                <a:latin typeface="+mj-lt"/>
                <a:ea typeface="Times New Roman" panose="02020603050405020304" pitchFamily="18" charset="0"/>
              </a:rPr>
              <a:t>Product Training and enablement of end Users. </a:t>
            </a:r>
          </a:p>
        </p:txBody>
      </p:sp>
    </p:spTree>
    <p:extLst>
      <p:ext uri="{BB962C8B-B14F-4D97-AF65-F5344CB8AC3E}">
        <p14:creationId xmlns:p14="http://schemas.microsoft.com/office/powerpoint/2010/main" val="231687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C6EF-9EC2-4C65-BBFC-7AC5A5D460DA}"/>
              </a:ext>
            </a:extLst>
          </p:cNvPr>
          <p:cNvSpPr>
            <a:spLocks noGrp="1"/>
          </p:cNvSpPr>
          <p:nvPr>
            <p:ph type="title"/>
          </p:nvPr>
        </p:nvSpPr>
        <p:spPr/>
        <p:txBody>
          <a:bodyPr/>
          <a:lstStyle/>
          <a:p>
            <a:r>
              <a:rPr lang="en-US" dirty="0"/>
              <a:t>Risks and Mitigation</a:t>
            </a:r>
          </a:p>
        </p:txBody>
      </p:sp>
      <p:sp>
        <p:nvSpPr>
          <p:cNvPr id="3" name="Rectangle 2">
            <a:extLst>
              <a:ext uri="{FF2B5EF4-FFF2-40B4-BE49-F238E27FC236}">
                <a16:creationId xmlns:a16="http://schemas.microsoft.com/office/drawing/2014/main" id="{E28E756D-61BA-43D3-AEBD-8794F54A2358}"/>
              </a:ext>
            </a:extLst>
          </p:cNvPr>
          <p:cNvSpPr>
            <a:spLocks noChangeArrowheads="1"/>
          </p:cNvSpPr>
          <p:nvPr/>
        </p:nvSpPr>
        <p:spPr bwMode="auto">
          <a:xfrm>
            <a:off x="540016" y="1159994"/>
            <a:ext cx="11095513" cy="4399649"/>
          </a:xfrm>
          <a:prstGeom prst="rect">
            <a:avLst/>
          </a:prstGeom>
          <a:noFill/>
          <a:ln w="19050">
            <a:noFill/>
            <a:miter lim="800000"/>
            <a:headEnd/>
            <a:tailEnd/>
          </a:ln>
          <a:effectLst/>
        </p:spPr>
        <p:txBody>
          <a:bodyPr lIns="0" tIns="0" rIns="0" bIns="0">
            <a:noAutofit/>
          </a:bodyPr>
          <a:lstStyle/>
          <a:p>
            <a:pPr marL="285750" marR="0" lvl="0" indent="-285750" algn="just">
              <a:spcBef>
                <a:spcPts val="0"/>
              </a:spcBef>
              <a:spcAft>
                <a:spcPts val="0"/>
              </a:spcAft>
              <a:buFont typeface="Arial" panose="020B0604020202020204" pitchFamily="34" charset="0"/>
              <a:buChar char="•"/>
            </a:pPr>
            <a:endParaRPr lang="en-US" sz="1800" dirty="0">
              <a:solidFill>
                <a:schemeClr val="bg1"/>
              </a:solidFill>
              <a:effectLst/>
              <a:latin typeface="+mj-lt"/>
              <a:ea typeface="Times New Roman" panose="02020603050405020304" pitchFamily="18" charset="0"/>
            </a:endParaRPr>
          </a:p>
        </p:txBody>
      </p:sp>
      <p:graphicFrame>
        <p:nvGraphicFramePr>
          <p:cNvPr id="5" name="Table 4">
            <a:extLst>
              <a:ext uri="{FF2B5EF4-FFF2-40B4-BE49-F238E27FC236}">
                <a16:creationId xmlns:a16="http://schemas.microsoft.com/office/drawing/2014/main" id="{AE7503C5-B913-4D29-BEBC-31525A36E79C}"/>
              </a:ext>
            </a:extLst>
          </p:cNvPr>
          <p:cNvGraphicFramePr>
            <a:graphicFrameLocks noGrp="1"/>
          </p:cNvGraphicFramePr>
          <p:nvPr>
            <p:extLst>
              <p:ext uri="{D42A27DB-BD31-4B8C-83A1-F6EECF244321}">
                <p14:modId xmlns:p14="http://schemas.microsoft.com/office/powerpoint/2010/main" val="2617826310"/>
              </p:ext>
            </p:extLst>
          </p:nvPr>
        </p:nvGraphicFramePr>
        <p:xfrm>
          <a:off x="556471" y="1298357"/>
          <a:ext cx="9459984" cy="3141326"/>
        </p:xfrm>
        <a:graphic>
          <a:graphicData uri="http://schemas.openxmlformats.org/drawingml/2006/table">
            <a:tbl>
              <a:tblPr firstRow="1" bandCol="1">
                <a:effectLst/>
                <a:tableStyleId>{93296810-A885-4BE3-A3E7-6D5BEEA58F35}</a:tableStyleId>
              </a:tblPr>
              <a:tblGrid>
                <a:gridCol w="3973584">
                  <a:extLst>
                    <a:ext uri="{9D8B030D-6E8A-4147-A177-3AD203B41FA5}">
                      <a16:colId xmlns:a16="http://schemas.microsoft.com/office/drawing/2014/main" val="1851432251"/>
                    </a:ext>
                  </a:extLst>
                </a:gridCol>
                <a:gridCol w="5486400">
                  <a:extLst>
                    <a:ext uri="{9D8B030D-6E8A-4147-A177-3AD203B41FA5}">
                      <a16:colId xmlns:a16="http://schemas.microsoft.com/office/drawing/2014/main" val="817105906"/>
                    </a:ext>
                  </a:extLst>
                </a:gridCol>
              </a:tblGrid>
              <a:tr h="342070">
                <a:tc>
                  <a:txBody>
                    <a:bodyPr/>
                    <a:lstStyle/>
                    <a:p>
                      <a:pPr algn="l" rtl="0" fontAlgn="ctr"/>
                      <a:r>
                        <a:rPr lang="en-US" sz="1400" b="0" u="none" strike="noStrike" cap="none" spc="0" dirty="0">
                          <a:ln w="0"/>
                          <a:solidFill>
                            <a:schemeClr val="tx1"/>
                          </a:solidFill>
                          <a:effectLst>
                            <a:outerShdw blurRad="38100" dist="19050" dir="2700000" algn="tl" rotWithShape="0">
                              <a:schemeClr val="dk1">
                                <a:alpha val="40000"/>
                              </a:schemeClr>
                            </a:outerShdw>
                          </a:effectLst>
                          <a:latin typeface="+mj-lt"/>
                        </a:rPr>
                        <a:t>Risk</a:t>
                      </a:r>
                      <a:endParaRPr lang="en-US" sz="1400" b="0" i="0" u="none" strike="noStrike" cap="none" spc="0" dirty="0">
                        <a:ln w="0"/>
                        <a:solidFill>
                          <a:schemeClr val="tx1"/>
                        </a:solidFill>
                        <a:effectLst>
                          <a:outerShdw blurRad="38100" dist="19050" dir="2700000" algn="tl" rotWithShape="0">
                            <a:schemeClr val="dk1">
                              <a:alpha val="40000"/>
                            </a:schemeClr>
                          </a:outerShdw>
                        </a:effectLst>
                        <a:latin typeface="+mj-l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BD2F"/>
                    </a:solidFill>
                  </a:tcPr>
                </a:tc>
                <a:tc>
                  <a:txBody>
                    <a:bodyPr/>
                    <a:lstStyle/>
                    <a:p>
                      <a:pPr algn="l" rtl="0" fontAlgn="ctr"/>
                      <a:r>
                        <a:rPr lang="en-US" sz="1400" b="0" u="none" strike="noStrike" cap="none" spc="0" dirty="0">
                          <a:ln w="0"/>
                          <a:solidFill>
                            <a:schemeClr val="tx1"/>
                          </a:solidFill>
                          <a:effectLst>
                            <a:outerShdw blurRad="38100" dist="19050" dir="2700000" algn="tl" rotWithShape="0">
                              <a:schemeClr val="dk1">
                                <a:alpha val="40000"/>
                              </a:schemeClr>
                            </a:outerShdw>
                          </a:effectLst>
                          <a:latin typeface="+mj-lt"/>
                        </a:rPr>
                        <a:t>Mitigation Plan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BD2F"/>
                    </a:solidFill>
                  </a:tcPr>
                </a:tc>
                <a:extLst>
                  <a:ext uri="{0D108BD9-81ED-4DB2-BD59-A6C34878D82A}">
                    <a16:rowId xmlns:a16="http://schemas.microsoft.com/office/drawing/2014/main" val="1789564706"/>
                  </a:ext>
                </a:extLst>
              </a:tr>
              <a:tr h="506375">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Delays in resource Onboarding</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Work with [CUSTOMER]  to expedite onboarding and Identify the impact of delay and possible workarounds.</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2506645"/>
                  </a:ext>
                </a:extLst>
              </a:tr>
              <a:tr h="473965">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SME/POC availability</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342900" rtl="0" eaLnBrk="1" fontAlgn="ctr" latinLnBrk="0" hangingPunct="1"/>
                      <a:r>
                        <a:rPr lang="en-US" sz="1400" b="1"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[CUSTOMER] :</a:t>
                      </a:r>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 Customer point of contacts &amp; Stakeholders are identified and available before the start of the project.</a:t>
                      </a:r>
                      <a:b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b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[PARTNER]</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8985903"/>
                  </a:ext>
                </a:extLst>
              </a:tr>
              <a:tr h="436159">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Delays on requirements Sign-off</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r>
                        <a:rPr lang="en-US" sz="1400" b="1"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Critical item</a:t>
                      </a:r>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 Request customer to signoff to be provided within 5 days.</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0146049"/>
                  </a:ext>
                </a:extLst>
              </a:tr>
              <a:tr h="489566">
                <a:tc>
                  <a:txBody>
                    <a:bodyPr/>
                    <a:lstStyle/>
                    <a:p>
                      <a:pPr marL="0" lvl="0" indent="0" algn="l" defTabSz="342900" rtl="0" eaLnBrk="1" fontAlgn="ctr" latinLnBrk="0" hangingPunct="1"/>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341565"/>
                  </a:ext>
                </a:extLst>
              </a:tr>
            </a:tbl>
          </a:graphicData>
        </a:graphic>
      </p:graphicFrame>
    </p:spTree>
    <p:extLst>
      <p:ext uri="{BB962C8B-B14F-4D97-AF65-F5344CB8AC3E}">
        <p14:creationId xmlns:p14="http://schemas.microsoft.com/office/powerpoint/2010/main" val="534455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26F0B471-28A3-468C-AB31-198354BEB9A8}"/>
              </a:ext>
            </a:extLst>
          </p:cNvPr>
          <p:cNvSpPr txBox="1"/>
          <p:nvPr/>
        </p:nvSpPr>
        <p:spPr>
          <a:xfrm>
            <a:off x="1534142" y="6423722"/>
            <a:ext cx="8977989" cy="369332"/>
          </a:xfrm>
          <a:prstGeom prst="rect">
            <a:avLst/>
          </a:prstGeom>
          <a:noFill/>
        </p:spPr>
        <p:txBody>
          <a:bodyPr wrap="square" lIns="0" tIns="0" rIns="0" bIns="0" rtlCol="0">
            <a:spAutoFit/>
          </a:bodyPr>
          <a:lstStyle/>
          <a:p>
            <a:pPr>
              <a:spcAft>
                <a:spcPts val="600"/>
              </a:spcAft>
            </a:pPr>
            <a:r>
              <a:rPr lang="en-US" sz="1200" dirty="0">
                <a:solidFill>
                  <a:schemeClr val="bg1"/>
                </a:solidFill>
                <a:cs typeface="Rubik Light" pitchFamily="2" charset="-79"/>
              </a:rPr>
              <a:t>*Timeline is calculated based on our estimates from other engagements and subject to change depending on project constraints</a:t>
            </a:r>
            <a:br>
              <a:rPr lang="en-US" sz="1200" dirty="0">
                <a:solidFill>
                  <a:schemeClr val="bg1"/>
                </a:solidFill>
                <a:cs typeface="Rubik Light" pitchFamily="2" charset="-79"/>
              </a:rPr>
            </a:br>
            <a:endParaRPr lang="en-US" sz="1200" dirty="0">
              <a:solidFill>
                <a:schemeClr val="bg1"/>
              </a:solidFill>
              <a:cs typeface="Rubik Light" pitchFamily="2" charset="-79"/>
            </a:endParaRPr>
          </a:p>
        </p:txBody>
      </p:sp>
      <p:sp>
        <p:nvSpPr>
          <p:cNvPr id="6" name="Title 5">
            <a:extLst>
              <a:ext uri="{FF2B5EF4-FFF2-40B4-BE49-F238E27FC236}">
                <a16:creationId xmlns:a16="http://schemas.microsoft.com/office/drawing/2014/main" id="{A5AFC307-0E43-4971-85A8-0F218712AC91}"/>
              </a:ext>
            </a:extLst>
          </p:cNvPr>
          <p:cNvSpPr>
            <a:spLocks noGrp="1"/>
          </p:cNvSpPr>
          <p:nvPr>
            <p:ph type="title"/>
          </p:nvPr>
        </p:nvSpPr>
        <p:spPr/>
        <p:txBody>
          <a:bodyPr/>
          <a:lstStyle/>
          <a:p>
            <a:r>
              <a:rPr lang="en-IN" dirty="0"/>
              <a:t>Project Activities &amp; Timeline – Phase-1</a:t>
            </a:r>
          </a:p>
        </p:txBody>
      </p:sp>
      <p:sp>
        <p:nvSpPr>
          <p:cNvPr id="127" name="Rectangle 126">
            <a:extLst>
              <a:ext uri="{FF2B5EF4-FFF2-40B4-BE49-F238E27FC236}">
                <a16:creationId xmlns:a16="http://schemas.microsoft.com/office/drawing/2014/main" id="{2165A7F4-2E32-491F-BB0C-F4C51D290C88}"/>
              </a:ext>
            </a:extLst>
          </p:cNvPr>
          <p:cNvSpPr/>
          <p:nvPr/>
        </p:nvSpPr>
        <p:spPr>
          <a:xfrm>
            <a:off x="203607" y="3021709"/>
            <a:ext cx="10952908" cy="1158050"/>
          </a:xfrm>
          <a:prstGeom prst="rect">
            <a:avLst/>
          </a:prstGeom>
          <a:solidFill>
            <a:schemeClr val="accent5">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Diamond 127">
            <a:extLst>
              <a:ext uri="{FF2B5EF4-FFF2-40B4-BE49-F238E27FC236}">
                <a16:creationId xmlns:a16="http://schemas.microsoft.com/office/drawing/2014/main" id="{8DE2885F-0DBD-4371-B77B-8C9A8FF17065}"/>
              </a:ext>
            </a:extLst>
          </p:cNvPr>
          <p:cNvSpPr/>
          <p:nvPr/>
        </p:nvSpPr>
        <p:spPr>
          <a:xfrm>
            <a:off x="434858" y="3144987"/>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9" name="Diamond 128">
            <a:extLst>
              <a:ext uri="{FF2B5EF4-FFF2-40B4-BE49-F238E27FC236}">
                <a16:creationId xmlns:a16="http://schemas.microsoft.com/office/drawing/2014/main" id="{DFD52395-C9B7-4A1F-844B-54A59EE85440}"/>
              </a:ext>
            </a:extLst>
          </p:cNvPr>
          <p:cNvSpPr/>
          <p:nvPr/>
        </p:nvSpPr>
        <p:spPr>
          <a:xfrm>
            <a:off x="1511597" y="3144986"/>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0" name="Diamond 129">
            <a:extLst>
              <a:ext uri="{FF2B5EF4-FFF2-40B4-BE49-F238E27FC236}">
                <a16:creationId xmlns:a16="http://schemas.microsoft.com/office/drawing/2014/main" id="{17E8743B-1F84-43F3-8BDE-9FC8F63B1012}"/>
              </a:ext>
            </a:extLst>
          </p:cNvPr>
          <p:cNvSpPr/>
          <p:nvPr/>
        </p:nvSpPr>
        <p:spPr>
          <a:xfrm>
            <a:off x="2588336" y="3144985"/>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1" name="Diamond 130">
            <a:extLst>
              <a:ext uri="{FF2B5EF4-FFF2-40B4-BE49-F238E27FC236}">
                <a16:creationId xmlns:a16="http://schemas.microsoft.com/office/drawing/2014/main" id="{5AA23C1D-3233-4CC8-B586-D69A1D57A063}"/>
              </a:ext>
            </a:extLst>
          </p:cNvPr>
          <p:cNvSpPr/>
          <p:nvPr/>
        </p:nvSpPr>
        <p:spPr>
          <a:xfrm>
            <a:off x="3665075" y="3125106"/>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2" name="Diamond 131">
            <a:extLst>
              <a:ext uri="{FF2B5EF4-FFF2-40B4-BE49-F238E27FC236}">
                <a16:creationId xmlns:a16="http://schemas.microsoft.com/office/drawing/2014/main" id="{D30DF085-5DC9-4F59-AD82-CC17252A4DA9}"/>
              </a:ext>
            </a:extLst>
          </p:cNvPr>
          <p:cNvSpPr/>
          <p:nvPr/>
        </p:nvSpPr>
        <p:spPr>
          <a:xfrm>
            <a:off x="4741814" y="3125105"/>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3" name="Diamond 132">
            <a:extLst>
              <a:ext uri="{FF2B5EF4-FFF2-40B4-BE49-F238E27FC236}">
                <a16:creationId xmlns:a16="http://schemas.microsoft.com/office/drawing/2014/main" id="{04A31B43-45B7-4804-A81E-AB41BEDCA77F}"/>
              </a:ext>
            </a:extLst>
          </p:cNvPr>
          <p:cNvSpPr/>
          <p:nvPr/>
        </p:nvSpPr>
        <p:spPr>
          <a:xfrm>
            <a:off x="5815905" y="3125105"/>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4" name="Diamond 133">
            <a:extLst>
              <a:ext uri="{FF2B5EF4-FFF2-40B4-BE49-F238E27FC236}">
                <a16:creationId xmlns:a16="http://schemas.microsoft.com/office/drawing/2014/main" id="{B25795EF-0A52-445C-B52C-ABCB0FDC94CC}"/>
              </a:ext>
            </a:extLst>
          </p:cNvPr>
          <p:cNvSpPr/>
          <p:nvPr/>
        </p:nvSpPr>
        <p:spPr>
          <a:xfrm>
            <a:off x="6889996" y="3125104"/>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5" name="Diamond 134">
            <a:extLst>
              <a:ext uri="{FF2B5EF4-FFF2-40B4-BE49-F238E27FC236}">
                <a16:creationId xmlns:a16="http://schemas.microsoft.com/office/drawing/2014/main" id="{06CF77B4-AC10-41E6-A874-19634CCA83E3}"/>
              </a:ext>
            </a:extLst>
          </p:cNvPr>
          <p:cNvSpPr/>
          <p:nvPr/>
        </p:nvSpPr>
        <p:spPr>
          <a:xfrm>
            <a:off x="7964087" y="3125103"/>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6" name="Diamond 135">
            <a:extLst>
              <a:ext uri="{FF2B5EF4-FFF2-40B4-BE49-F238E27FC236}">
                <a16:creationId xmlns:a16="http://schemas.microsoft.com/office/drawing/2014/main" id="{A0AB85A9-33C4-4C34-A1A8-99FFE1B26076}"/>
              </a:ext>
            </a:extLst>
          </p:cNvPr>
          <p:cNvSpPr/>
          <p:nvPr/>
        </p:nvSpPr>
        <p:spPr>
          <a:xfrm>
            <a:off x="9040492" y="3125102"/>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7" name="Diamond 136">
            <a:extLst>
              <a:ext uri="{FF2B5EF4-FFF2-40B4-BE49-F238E27FC236}">
                <a16:creationId xmlns:a16="http://schemas.microsoft.com/office/drawing/2014/main" id="{BAE9FEA8-A73D-41CC-ACBD-F021B5308538}"/>
              </a:ext>
            </a:extLst>
          </p:cNvPr>
          <p:cNvSpPr/>
          <p:nvPr/>
        </p:nvSpPr>
        <p:spPr>
          <a:xfrm>
            <a:off x="10112269" y="3144984"/>
            <a:ext cx="477078" cy="646043"/>
          </a:xfrm>
          <a:prstGeom prst="diamon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8" name="Arrow: Pentagon 137">
            <a:extLst>
              <a:ext uri="{FF2B5EF4-FFF2-40B4-BE49-F238E27FC236}">
                <a16:creationId xmlns:a16="http://schemas.microsoft.com/office/drawing/2014/main" id="{2B82E2D9-AE63-4618-B147-5A6488BCE8E5}"/>
              </a:ext>
            </a:extLst>
          </p:cNvPr>
          <p:cNvSpPr/>
          <p:nvPr/>
        </p:nvSpPr>
        <p:spPr>
          <a:xfrm>
            <a:off x="673397" y="1405533"/>
            <a:ext cx="471115" cy="387626"/>
          </a:xfrm>
          <a:prstGeom prst="homePlat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highlight>
                <a:srgbClr val="00FF00"/>
              </a:highlight>
            </a:endParaRPr>
          </a:p>
        </p:txBody>
      </p:sp>
      <p:cxnSp>
        <p:nvCxnSpPr>
          <p:cNvPr id="139" name="Straight Connector 138">
            <a:extLst>
              <a:ext uri="{FF2B5EF4-FFF2-40B4-BE49-F238E27FC236}">
                <a16:creationId xmlns:a16="http://schemas.microsoft.com/office/drawing/2014/main" id="{73D03DF0-B6AE-43E4-B7C1-EE70E6CFD9A7}"/>
              </a:ext>
            </a:extLst>
          </p:cNvPr>
          <p:cNvCxnSpPr>
            <a:cxnSpLocks/>
            <a:endCxn id="128" idx="0"/>
          </p:cNvCxnSpPr>
          <p:nvPr/>
        </p:nvCxnSpPr>
        <p:spPr>
          <a:xfrm>
            <a:off x="673397" y="1425418"/>
            <a:ext cx="0" cy="1719569"/>
          </a:xfrm>
          <a:prstGeom prst="line">
            <a:avLst/>
          </a:prstGeom>
        </p:spPr>
        <p:style>
          <a:lnRef idx="3">
            <a:schemeClr val="accent4"/>
          </a:lnRef>
          <a:fillRef idx="0">
            <a:schemeClr val="accent4"/>
          </a:fillRef>
          <a:effectRef idx="2">
            <a:schemeClr val="accent4"/>
          </a:effectRef>
          <a:fontRef idx="minor">
            <a:schemeClr val="tx1"/>
          </a:fontRef>
        </p:style>
      </p:cxnSp>
      <p:cxnSp>
        <p:nvCxnSpPr>
          <p:cNvPr id="141" name="Straight Connector 140">
            <a:extLst>
              <a:ext uri="{FF2B5EF4-FFF2-40B4-BE49-F238E27FC236}">
                <a16:creationId xmlns:a16="http://schemas.microsoft.com/office/drawing/2014/main" id="{E6D4F326-3551-4AC5-83ED-7B70041C9DF4}"/>
              </a:ext>
            </a:extLst>
          </p:cNvPr>
          <p:cNvCxnSpPr>
            <a:cxnSpLocks/>
            <a:endCxn id="137" idx="0"/>
          </p:cNvCxnSpPr>
          <p:nvPr/>
        </p:nvCxnSpPr>
        <p:spPr>
          <a:xfrm>
            <a:off x="10331242" y="1460789"/>
            <a:ext cx="19566" cy="1684195"/>
          </a:xfrm>
          <a:prstGeom prst="line">
            <a:avLst/>
          </a:prstGeom>
        </p:spPr>
        <p:style>
          <a:lnRef idx="3">
            <a:schemeClr val="accent4"/>
          </a:lnRef>
          <a:fillRef idx="0">
            <a:schemeClr val="accent4"/>
          </a:fillRef>
          <a:effectRef idx="2">
            <a:schemeClr val="accent4"/>
          </a:effectRef>
          <a:fontRef idx="minor">
            <a:schemeClr val="tx1"/>
          </a:fontRef>
        </p:style>
      </p:cxnSp>
      <p:cxnSp>
        <p:nvCxnSpPr>
          <p:cNvPr id="142" name="Straight Connector 141">
            <a:extLst>
              <a:ext uri="{FF2B5EF4-FFF2-40B4-BE49-F238E27FC236}">
                <a16:creationId xmlns:a16="http://schemas.microsoft.com/office/drawing/2014/main" id="{759E9A57-F5D8-43B0-992E-5156C6402C93}"/>
              </a:ext>
            </a:extLst>
          </p:cNvPr>
          <p:cNvCxnSpPr>
            <a:cxnSpLocks/>
            <a:endCxn id="135" idx="0"/>
          </p:cNvCxnSpPr>
          <p:nvPr/>
        </p:nvCxnSpPr>
        <p:spPr>
          <a:xfrm>
            <a:off x="8201964" y="1405533"/>
            <a:ext cx="662" cy="1719570"/>
          </a:xfrm>
          <a:prstGeom prst="line">
            <a:avLst/>
          </a:prstGeom>
        </p:spPr>
        <p:style>
          <a:lnRef idx="3">
            <a:schemeClr val="accent4"/>
          </a:lnRef>
          <a:fillRef idx="0">
            <a:schemeClr val="accent4"/>
          </a:fillRef>
          <a:effectRef idx="2">
            <a:schemeClr val="accent4"/>
          </a:effectRef>
          <a:fontRef idx="minor">
            <a:schemeClr val="tx1"/>
          </a:fontRef>
        </p:style>
      </p:cxnSp>
      <p:sp>
        <p:nvSpPr>
          <p:cNvPr id="143" name="Arrow: Pentagon 142">
            <a:extLst>
              <a:ext uri="{FF2B5EF4-FFF2-40B4-BE49-F238E27FC236}">
                <a16:creationId xmlns:a16="http://schemas.microsoft.com/office/drawing/2014/main" id="{FB43248E-F282-45AB-989E-663F4CE84052}"/>
              </a:ext>
            </a:extLst>
          </p:cNvPr>
          <p:cNvSpPr/>
          <p:nvPr/>
        </p:nvSpPr>
        <p:spPr>
          <a:xfrm>
            <a:off x="8216546" y="1405533"/>
            <a:ext cx="471115" cy="387626"/>
          </a:xfrm>
          <a:prstGeom prst="homePlat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44" name="Straight Connector 143">
            <a:extLst>
              <a:ext uri="{FF2B5EF4-FFF2-40B4-BE49-F238E27FC236}">
                <a16:creationId xmlns:a16="http://schemas.microsoft.com/office/drawing/2014/main" id="{01977879-A7F1-4096-9272-06E6824140AB}"/>
              </a:ext>
            </a:extLst>
          </p:cNvPr>
          <p:cNvCxnSpPr>
            <a:cxnSpLocks/>
            <a:endCxn id="133" idx="0"/>
          </p:cNvCxnSpPr>
          <p:nvPr/>
        </p:nvCxnSpPr>
        <p:spPr>
          <a:xfrm>
            <a:off x="6054444" y="1405533"/>
            <a:ext cx="0" cy="1719572"/>
          </a:xfrm>
          <a:prstGeom prst="line">
            <a:avLst/>
          </a:prstGeom>
        </p:spPr>
        <p:style>
          <a:lnRef idx="3">
            <a:schemeClr val="accent4"/>
          </a:lnRef>
          <a:fillRef idx="0">
            <a:schemeClr val="accent4"/>
          </a:fillRef>
          <a:effectRef idx="2">
            <a:schemeClr val="accent4"/>
          </a:effectRef>
          <a:fontRef idx="minor">
            <a:schemeClr val="tx1"/>
          </a:fontRef>
        </p:style>
      </p:cxnSp>
      <p:sp>
        <p:nvSpPr>
          <p:cNvPr id="145" name="Arrow: Pentagon 144">
            <a:extLst>
              <a:ext uri="{FF2B5EF4-FFF2-40B4-BE49-F238E27FC236}">
                <a16:creationId xmlns:a16="http://schemas.microsoft.com/office/drawing/2014/main" id="{2595AEC8-0E9B-4700-8B76-FFE6C75F148C}"/>
              </a:ext>
            </a:extLst>
          </p:cNvPr>
          <p:cNvSpPr/>
          <p:nvPr/>
        </p:nvSpPr>
        <p:spPr>
          <a:xfrm>
            <a:off x="6066055" y="1405533"/>
            <a:ext cx="471115" cy="387626"/>
          </a:xfrm>
          <a:prstGeom prst="homePlat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097ECF77-92C2-4C6D-BA45-6E7062BD4235}"/>
              </a:ext>
            </a:extLst>
          </p:cNvPr>
          <p:cNvCxnSpPr>
            <a:cxnSpLocks/>
            <a:endCxn id="131" idx="0"/>
          </p:cNvCxnSpPr>
          <p:nvPr/>
        </p:nvCxnSpPr>
        <p:spPr>
          <a:xfrm>
            <a:off x="3903614" y="1405533"/>
            <a:ext cx="0" cy="1719573"/>
          </a:xfrm>
          <a:prstGeom prst="line">
            <a:avLst/>
          </a:prstGeom>
        </p:spPr>
        <p:style>
          <a:lnRef idx="3">
            <a:schemeClr val="accent4"/>
          </a:lnRef>
          <a:fillRef idx="0">
            <a:schemeClr val="accent4"/>
          </a:fillRef>
          <a:effectRef idx="2">
            <a:schemeClr val="accent4"/>
          </a:effectRef>
          <a:fontRef idx="minor">
            <a:schemeClr val="tx1"/>
          </a:fontRef>
        </p:style>
      </p:cxnSp>
      <p:sp>
        <p:nvSpPr>
          <p:cNvPr id="148" name="TextBox 147">
            <a:extLst>
              <a:ext uri="{FF2B5EF4-FFF2-40B4-BE49-F238E27FC236}">
                <a16:creationId xmlns:a16="http://schemas.microsoft.com/office/drawing/2014/main" id="{FAC3983F-5938-4416-A7FF-79CB85FA61F6}"/>
              </a:ext>
            </a:extLst>
          </p:cNvPr>
          <p:cNvSpPr txBox="1"/>
          <p:nvPr/>
        </p:nvSpPr>
        <p:spPr>
          <a:xfrm>
            <a:off x="826439" y="4806369"/>
            <a:ext cx="1699402" cy="584775"/>
          </a:xfrm>
          <a:prstGeom prst="rect">
            <a:avLst/>
          </a:prstGeom>
          <a:noFill/>
        </p:spPr>
        <p:txBody>
          <a:bodyPr wrap="square" rtlCol="0">
            <a:spAutoFit/>
          </a:bodyPr>
          <a:lstStyle/>
          <a:p>
            <a:r>
              <a:rPr lang="en-US" sz="1600" dirty="0">
                <a:solidFill>
                  <a:schemeClr val="bg1"/>
                </a:solidFill>
              </a:rPr>
              <a:t>Requirements and Design</a:t>
            </a:r>
          </a:p>
        </p:txBody>
      </p:sp>
      <p:sp>
        <p:nvSpPr>
          <p:cNvPr id="149" name="TextBox 148">
            <a:extLst>
              <a:ext uri="{FF2B5EF4-FFF2-40B4-BE49-F238E27FC236}">
                <a16:creationId xmlns:a16="http://schemas.microsoft.com/office/drawing/2014/main" id="{7CB7E68E-FE75-4856-9EE6-AB7B2EB6E5C1}"/>
              </a:ext>
            </a:extLst>
          </p:cNvPr>
          <p:cNvSpPr txBox="1"/>
          <p:nvPr/>
        </p:nvSpPr>
        <p:spPr>
          <a:xfrm>
            <a:off x="434858" y="3854842"/>
            <a:ext cx="702367" cy="369332"/>
          </a:xfrm>
          <a:prstGeom prst="rect">
            <a:avLst/>
          </a:prstGeom>
          <a:noFill/>
        </p:spPr>
        <p:txBody>
          <a:bodyPr wrap="square" rtlCol="0">
            <a:spAutoFit/>
          </a:bodyPr>
          <a:lstStyle/>
          <a:p>
            <a:r>
              <a:rPr lang="en-US" dirty="0"/>
              <a:t>W1</a:t>
            </a:r>
          </a:p>
        </p:txBody>
      </p:sp>
      <p:sp>
        <p:nvSpPr>
          <p:cNvPr id="150" name="TextBox 149">
            <a:extLst>
              <a:ext uri="{FF2B5EF4-FFF2-40B4-BE49-F238E27FC236}">
                <a16:creationId xmlns:a16="http://schemas.microsoft.com/office/drawing/2014/main" id="{32A38735-42B2-427B-B14F-0DED0AB5AB67}"/>
              </a:ext>
            </a:extLst>
          </p:cNvPr>
          <p:cNvSpPr txBox="1"/>
          <p:nvPr/>
        </p:nvSpPr>
        <p:spPr>
          <a:xfrm>
            <a:off x="1511597" y="3834962"/>
            <a:ext cx="702367" cy="369332"/>
          </a:xfrm>
          <a:prstGeom prst="rect">
            <a:avLst/>
          </a:prstGeom>
          <a:noFill/>
        </p:spPr>
        <p:txBody>
          <a:bodyPr wrap="square" rtlCol="0">
            <a:spAutoFit/>
          </a:bodyPr>
          <a:lstStyle/>
          <a:p>
            <a:r>
              <a:rPr lang="en-US" dirty="0"/>
              <a:t>W2</a:t>
            </a:r>
          </a:p>
        </p:txBody>
      </p:sp>
      <p:sp>
        <p:nvSpPr>
          <p:cNvPr id="151" name="TextBox 150">
            <a:extLst>
              <a:ext uri="{FF2B5EF4-FFF2-40B4-BE49-F238E27FC236}">
                <a16:creationId xmlns:a16="http://schemas.microsoft.com/office/drawing/2014/main" id="{D66771DE-5F5B-4E92-9532-0C176E298E6F}"/>
              </a:ext>
            </a:extLst>
          </p:cNvPr>
          <p:cNvSpPr txBox="1"/>
          <p:nvPr/>
        </p:nvSpPr>
        <p:spPr>
          <a:xfrm>
            <a:off x="10120213" y="3854839"/>
            <a:ext cx="702367" cy="369332"/>
          </a:xfrm>
          <a:prstGeom prst="rect">
            <a:avLst/>
          </a:prstGeom>
          <a:noFill/>
        </p:spPr>
        <p:txBody>
          <a:bodyPr wrap="square" rtlCol="0">
            <a:spAutoFit/>
          </a:bodyPr>
          <a:lstStyle/>
          <a:p>
            <a:r>
              <a:rPr lang="en-US" dirty="0"/>
              <a:t>W10</a:t>
            </a:r>
          </a:p>
        </p:txBody>
      </p:sp>
      <p:sp>
        <p:nvSpPr>
          <p:cNvPr id="152" name="TextBox 151">
            <a:extLst>
              <a:ext uri="{FF2B5EF4-FFF2-40B4-BE49-F238E27FC236}">
                <a16:creationId xmlns:a16="http://schemas.microsoft.com/office/drawing/2014/main" id="{89FE7774-0E1C-4273-B9E4-A4FAC974E717}"/>
              </a:ext>
            </a:extLst>
          </p:cNvPr>
          <p:cNvSpPr txBox="1"/>
          <p:nvPr/>
        </p:nvSpPr>
        <p:spPr>
          <a:xfrm>
            <a:off x="5815905" y="3837412"/>
            <a:ext cx="702367" cy="369332"/>
          </a:xfrm>
          <a:prstGeom prst="rect">
            <a:avLst/>
          </a:prstGeom>
          <a:noFill/>
        </p:spPr>
        <p:txBody>
          <a:bodyPr wrap="square" rtlCol="0">
            <a:spAutoFit/>
          </a:bodyPr>
          <a:lstStyle/>
          <a:p>
            <a:r>
              <a:rPr lang="en-US" dirty="0"/>
              <a:t>W6</a:t>
            </a:r>
          </a:p>
        </p:txBody>
      </p:sp>
      <p:sp>
        <p:nvSpPr>
          <p:cNvPr id="153" name="TextBox 152">
            <a:extLst>
              <a:ext uri="{FF2B5EF4-FFF2-40B4-BE49-F238E27FC236}">
                <a16:creationId xmlns:a16="http://schemas.microsoft.com/office/drawing/2014/main" id="{65CC9C72-6D6C-4419-812D-1581F0734BD8}"/>
              </a:ext>
            </a:extLst>
          </p:cNvPr>
          <p:cNvSpPr txBox="1"/>
          <p:nvPr/>
        </p:nvSpPr>
        <p:spPr>
          <a:xfrm>
            <a:off x="4725414" y="3834960"/>
            <a:ext cx="702367" cy="369332"/>
          </a:xfrm>
          <a:prstGeom prst="rect">
            <a:avLst/>
          </a:prstGeom>
          <a:noFill/>
        </p:spPr>
        <p:txBody>
          <a:bodyPr wrap="square" rtlCol="0">
            <a:spAutoFit/>
          </a:bodyPr>
          <a:lstStyle/>
          <a:p>
            <a:r>
              <a:rPr lang="en-US" dirty="0"/>
              <a:t>W5</a:t>
            </a:r>
          </a:p>
        </p:txBody>
      </p:sp>
      <p:sp>
        <p:nvSpPr>
          <p:cNvPr id="154" name="TextBox 153">
            <a:extLst>
              <a:ext uri="{FF2B5EF4-FFF2-40B4-BE49-F238E27FC236}">
                <a16:creationId xmlns:a16="http://schemas.microsoft.com/office/drawing/2014/main" id="{AC7867FB-5537-4CAB-AD44-89F70C23CE09}"/>
              </a:ext>
            </a:extLst>
          </p:cNvPr>
          <p:cNvSpPr txBox="1"/>
          <p:nvPr/>
        </p:nvSpPr>
        <p:spPr>
          <a:xfrm>
            <a:off x="3665075" y="3834961"/>
            <a:ext cx="702367" cy="369332"/>
          </a:xfrm>
          <a:prstGeom prst="rect">
            <a:avLst/>
          </a:prstGeom>
          <a:noFill/>
        </p:spPr>
        <p:txBody>
          <a:bodyPr wrap="square" rtlCol="0">
            <a:spAutoFit/>
          </a:bodyPr>
          <a:lstStyle/>
          <a:p>
            <a:r>
              <a:rPr lang="en-US" dirty="0"/>
              <a:t>W4</a:t>
            </a:r>
          </a:p>
        </p:txBody>
      </p:sp>
      <p:sp>
        <p:nvSpPr>
          <p:cNvPr id="155" name="TextBox 154">
            <a:extLst>
              <a:ext uri="{FF2B5EF4-FFF2-40B4-BE49-F238E27FC236}">
                <a16:creationId xmlns:a16="http://schemas.microsoft.com/office/drawing/2014/main" id="{723BE358-5144-471D-91CB-E79AC0A9A8A9}"/>
              </a:ext>
            </a:extLst>
          </p:cNvPr>
          <p:cNvSpPr txBox="1"/>
          <p:nvPr/>
        </p:nvSpPr>
        <p:spPr>
          <a:xfrm>
            <a:off x="2588336" y="3834962"/>
            <a:ext cx="702367" cy="369332"/>
          </a:xfrm>
          <a:prstGeom prst="rect">
            <a:avLst/>
          </a:prstGeom>
          <a:noFill/>
        </p:spPr>
        <p:txBody>
          <a:bodyPr wrap="square" rtlCol="0">
            <a:spAutoFit/>
          </a:bodyPr>
          <a:lstStyle/>
          <a:p>
            <a:r>
              <a:rPr lang="en-US" dirty="0"/>
              <a:t>W3</a:t>
            </a:r>
          </a:p>
        </p:txBody>
      </p:sp>
      <p:sp>
        <p:nvSpPr>
          <p:cNvPr id="156" name="TextBox 155">
            <a:extLst>
              <a:ext uri="{FF2B5EF4-FFF2-40B4-BE49-F238E27FC236}">
                <a16:creationId xmlns:a16="http://schemas.microsoft.com/office/drawing/2014/main" id="{22877DBE-92EB-448A-B56E-3C1659934ED2}"/>
              </a:ext>
            </a:extLst>
          </p:cNvPr>
          <p:cNvSpPr txBox="1"/>
          <p:nvPr/>
        </p:nvSpPr>
        <p:spPr>
          <a:xfrm>
            <a:off x="9043807" y="3834947"/>
            <a:ext cx="702367" cy="369332"/>
          </a:xfrm>
          <a:prstGeom prst="rect">
            <a:avLst/>
          </a:prstGeom>
          <a:noFill/>
        </p:spPr>
        <p:txBody>
          <a:bodyPr wrap="square" rtlCol="0">
            <a:spAutoFit/>
          </a:bodyPr>
          <a:lstStyle/>
          <a:p>
            <a:r>
              <a:rPr lang="en-US" dirty="0"/>
              <a:t>W9</a:t>
            </a:r>
          </a:p>
        </p:txBody>
      </p:sp>
      <p:sp>
        <p:nvSpPr>
          <p:cNvPr id="157" name="TextBox 156">
            <a:extLst>
              <a:ext uri="{FF2B5EF4-FFF2-40B4-BE49-F238E27FC236}">
                <a16:creationId xmlns:a16="http://schemas.microsoft.com/office/drawing/2014/main" id="{BD6CD271-5D02-4CDB-A0AF-5675B45D5209}"/>
              </a:ext>
            </a:extLst>
          </p:cNvPr>
          <p:cNvSpPr txBox="1"/>
          <p:nvPr/>
        </p:nvSpPr>
        <p:spPr>
          <a:xfrm>
            <a:off x="7964087" y="3834947"/>
            <a:ext cx="702367" cy="369332"/>
          </a:xfrm>
          <a:prstGeom prst="rect">
            <a:avLst/>
          </a:prstGeom>
          <a:noFill/>
        </p:spPr>
        <p:txBody>
          <a:bodyPr wrap="square" rtlCol="0">
            <a:spAutoFit/>
          </a:bodyPr>
          <a:lstStyle/>
          <a:p>
            <a:r>
              <a:rPr lang="en-US" dirty="0"/>
              <a:t>W8</a:t>
            </a:r>
          </a:p>
        </p:txBody>
      </p:sp>
      <p:sp>
        <p:nvSpPr>
          <p:cNvPr id="158" name="TextBox 157">
            <a:extLst>
              <a:ext uri="{FF2B5EF4-FFF2-40B4-BE49-F238E27FC236}">
                <a16:creationId xmlns:a16="http://schemas.microsoft.com/office/drawing/2014/main" id="{0A1FC8A7-49FB-4688-87E5-DC7D752FBA89}"/>
              </a:ext>
            </a:extLst>
          </p:cNvPr>
          <p:cNvSpPr txBox="1"/>
          <p:nvPr/>
        </p:nvSpPr>
        <p:spPr>
          <a:xfrm>
            <a:off x="6862827" y="3834951"/>
            <a:ext cx="702367" cy="369332"/>
          </a:xfrm>
          <a:prstGeom prst="rect">
            <a:avLst/>
          </a:prstGeom>
          <a:noFill/>
        </p:spPr>
        <p:txBody>
          <a:bodyPr wrap="square" rtlCol="0">
            <a:spAutoFit/>
          </a:bodyPr>
          <a:lstStyle/>
          <a:p>
            <a:r>
              <a:rPr lang="en-US" dirty="0"/>
              <a:t>W7</a:t>
            </a:r>
          </a:p>
        </p:txBody>
      </p:sp>
      <p:sp>
        <p:nvSpPr>
          <p:cNvPr id="159" name="TextBox 158">
            <a:extLst>
              <a:ext uri="{FF2B5EF4-FFF2-40B4-BE49-F238E27FC236}">
                <a16:creationId xmlns:a16="http://schemas.microsoft.com/office/drawing/2014/main" id="{9B933327-F865-40A0-BEBA-25E02920DF34}"/>
              </a:ext>
            </a:extLst>
          </p:cNvPr>
          <p:cNvSpPr txBox="1"/>
          <p:nvPr/>
        </p:nvSpPr>
        <p:spPr>
          <a:xfrm>
            <a:off x="705882" y="1856970"/>
            <a:ext cx="1028350" cy="461665"/>
          </a:xfrm>
          <a:prstGeom prst="rect">
            <a:avLst/>
          </a:prstGeom>
          <a:noFill/>
        </p:spPr>
        <p:txBody>
          <a:bodyPr wrap="square" rtlCol="0">
            <a:spAutoFit/>
          </a:bodyPr>
          <a:lstStyle/>
          <a:p>
            <a:r>
              <a:rPr lang="en-US" sz="1200" dirty="0">
                <a:solidFill>
                  <a:schemeClr val="bg1"/>
                </a:solidFill>
              </a:rPr>
              <a:t>Project Start</a:t>
            </a:r>
            <a:br>
              <a:rPr lang="en-US" sz="1200" dirty="0">
                <a:solidFill>
                  <a:schemeClr val="bg1"/>
                </a:solidFill>
              </a:rPr>
            </a:br>
            <a:r>
              <a:rPr lang="en-US" sz="1200" dirty="0">
                <a:solidFill>
                  <a:schemeClr val="bg1"/>
                </a:solidFill>
              </a:rPr>
              <a:t>Date</a:t>
            </a:r>
          </a:p>
        </p:txBody>
      </p:sp>
      <p:sp>
        <p:nvSpPr>
          <p:cNvPr id="160" name="TextBox 159">
            <a:extLst>
              <a:ext uri="{FF2B5EF4-FFF2-40B4-BE49-F238E27FC236}">
                <a16:creationId xmlns:a16="http://schemas.microsoft.com/office/drawing/2014/main" id="{301920B9-2B11-4843-AB91-42E07385B7EE}"/>
              </a:ext>
            </a:extLst>
          </p:cNvPr>
          <p:cNvSpPr txBox="1"/>
          <p:nvPr/>
        </p:nvSpPr>
        <p:spPr>
          <a:xfrm>
            <a:off x="3881751" y="1792065"/>
            <a:ext cx="1518072" cy="830997"/>
          </a:xfrm>
          <a:prstGeom prst="rect">
            <a:avLst/>
          </a:prstGeom>
          <a:noFill/>
        </p:spPr>
        <p:txBody>
          <a:bodyPr wrap="square" rtlCol="0">
            <a:spAutoFit/>
          </a:bodyPr>
          <a:lstStyle/>
          <a:p>
            <a:r>
              <a:rPr lang="en-US" sz="1200" dirty="0">
                <a:solidFill>
                  <a:schemeClr val="bg1"/>
                </a:solidFill>
              </a:rPr>
              <a:t>Integrated [CUSTOMER]  </a:t>
            </a:r>
            <a:br>
              <a:rPr lang="en-US" sz="1200" dirty="0">
                <a:solidFill>
                  <a:schemeClr val="bg1"/>
                </a:solidFill>
              </a:rPr>
            </a:br>
            <a:r>
              <a:rPr lang="en-US" sz="1200" dirty="0">
                <a:solidFill>
                  <a:schemeClr val="bg1"/>
                </a:solidFill>
              </a:rPr>
              <a:t>Vault – Dev *</a:t>
            </a:r>
            <a:br>
              <a:rPr lang="en-US" sz="1200" dirty="0">
                <a:solidFill>
                  <a:schemeClr val="bg1"/>
                </a:solidFill>
              </a:rPr>
            </a:br>
            <a:r>
              <a:rPr lang="en-US" sz="1200" dirty="0">
                <a:solidFill>
                  <a:schemeClr val="bg1"/>
                </a:solidFill>
              </a:rPr>
              <a:t>Date</a:t>
            </a:r>
          </a:p>
        </p:txBody>
      </p:sp>
      <p:sp>
        <p:nvSpPr>
          <p:cNvPr id="161" name="TextBox 160">
            <a:extLst>
              <a:ext uri="{FF2B5EF4-FFF2-40B4-BE49-F238E27FC236}">
                <a16:creationId xmlns:a16="http://schemas.microsoft.com/office/drawing/2014/main" id="{702E3A25-5BBC-4CFA-BA76-992A1E451815}"/>
              </a:ext>
            </a:extLst>
          </p:cNvPr>
          <p:cNvSpPr txBox="1"/>
          <p:nvPr/>
        </p:nvSpPr>
        <p:spPr>
          <a:xfrm>
            <a:off x="8225182" y="1871685"/>
            <a:ext cx="945210" cy="646331"/>
          </a:xfrm>
          <a:prstGeom prst="rect">
            <a:avLst/>
          </a:prstGeom>
          <a:noFill/>
        </p:spPr>
        <p:txBody>
          <a:bodyPr wrap="square" rtlCol="0">
            <a:spAutoFit/>
          </a:bodyPr>
          <a:lstStyle/>
          <a:p>
            <a:r>
              <a:rPr lang="en-US" sz="1200" dirty="0">
                <a:solidFill>
                  <a:schemeClr val="bg1"/>
                </a:solidFill>
              </a:rPr>
              <a:t>CPAM Go-Live</a:t>
            </a:r>
            <a:br>
              <a:rPr lang="en-US" sz="1200" dirty="0">
                <a:solidFill>
                  <a:schemeClr val="bg1"/>
                </a:solidFill>
              </a:rPr>
            </a:br>
            <a:r>
              <a:rPr lang="en-US" sz="1200" dirty="0">
                <a:solidFill>
                  <a:schemeClr val="bg1"/>
                </a:solidFill>
              </a:rPr>
              <a:t>date</a:t>
            </a:r>
          </a:p>
        </p:txBody>
      </p:sp>
      <p:sp>
        <p:nvSpPr>
          <p:cNvPr id="162" name="TextBox 161">
            <a:extLst>
              <a:ext uri="{FF2B5EF4-FFF2-40B4-BE49-F238E27FC236}">
                <a16:creationId xmlns:a16="http://schemas.microsoft.com/office/drawing/2014/main" id="{26C14492-F13D-4E0A-9A34-055AFFBB9191}"/>
              </a:ext>
            </a:extLst>
          </p:cNvPr>
          <p:cNvSpPr txBox="1"/>
          <p:nvPr/>
        </p:nvSpPr>
        <p:spPr>
          <a:xfrm>
            <a:off x="5987896" y="1870320"/>
            <a:ext cx="1021638" cy="461665"/>
          </a:xfrm>
          <a:prstGeom prst="rect">
            <a:avLst/>
          </a:prstGeom>
          <a:noFill/>
        </p:spPr>
        <p:txBody>
          <a:bodyPr wrap="square" rtlCol="0">
            <a:spAutoFit/>
          </a:bodyPr>
          <a:lstStyle/>
          <a:p>
            <a:r>
              <a:rPr lang="en-US" sz="1200" dirty="0">
                <a:solidFill>
                  <a:schemeClr val="bg1"/>
                </a:solidFill>
              </a:rPr>
              <a:t>UAT Start</a:t>
            </a:r>
            <a:br>
              <a:rPr lang="en-US" sz="1200" dirty="0">
                <a:solidFill>
                  <a:schemeClr val="bg1"/>
                </a:solidFill>
              </a:rPr>
            </a:br>
            <a:r>
              <a:rPr lang="en-US" sz="1200" dirty="0">
                <a:solidFill>
                  <a:schemeClr val="bg1"/>
                </a:solidFill>
              </a:rPr>
              <a:t>Date</a:t>
            </a:r>
          </a:p>
        </p:txBody>
      </p:sp>
      <p:sp>
        <p:nvSpPr>
          <p:cNvPr id="163" name="Arrow: Pentagon 162">
            <a:extLst>
              <a:ext uri="{FF2B5EF4-FFF2-40B4-BE49-F238E27FC236}">
                <a16:creationId xmlns:a16="http://schemas.microsoft.com/office/drawing/2014/main" id="{796FB62A-B876-48A4-A5C9-0AD730ED844B}"/>
              </a:ext>
            </a:extLst>
          </p:cNvPr>
          <p:cNvSpPr/>
          <p:nvPr/>
        </p:nvSpPr>
        <p:spPr>
          <a:xfrm>
            <a:off x="644230" y="4462063"/>
            <a:ext cx="2180003" cy="303914"/>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4" name="Arrow: Pentagon 163">
            <a:extLst>
              <a:ext uri="{FF2B5EF4-FFF2-40B4-BE49-F238E27FC236}">
                <a16:creationId xmlns:a16="http://schemas.microsoft.com/office/drawing/2014/main" id="{1CB649EB-3DEF-4CA7-AAD5-D9ACF07BA8CD}"/>
              </a:ext>
            </a:extLst>
          </p:cNvPr>
          <p:cNvSpPr/>
          <p:nvPr/>
        </p:nvSpPr>
        <p:spPr>
          <a:xfrm>
            <a:off x="2824854" y="4685476"/>
            <a:ext cx="3265705" cy="303914"/>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5" name="Arrow: Pentagon 164">
            <a:extLst>
              <a:ext uri="{FF2B5EF4-FFF2-40B4-BE49-F238E27FC236}">
                <a16:creationId xmlns:a16="http://schemas.microsoft.com/office/drawing/2014/main" id="{00FB4CAD-DE65-42A4-B4CF-BD461BF8577B}"/>
              </a:ext>
            </a:extLst>
          </p:cNvPr>
          <p:cNvSpPr/>
          <p:nvPr/>
        </p:nvSpPr>
        <p:spPr>
          <a:xfrm>
            <a:off x="6066054" y="5035666"/>
            <a:ext cx="2201507" cy="300828"/>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6" name="Arrow: Pentagon 165">
            <a:extLst>
              <a:ext uri="{FF2B5EF4-FFF2-40B4-BE49-F238E27FC236}">
                <a16:creationId xmlns:a16="http://schemas.microsoft.com/office/drawing/2014/main" id="{30DBDD3E-E1CB-4D3A-9801-271CFDEFD95E}"/>
              </a:ext>
            </a:extLst>
          </p:cNvPr>
          <p:cNvSpPr/>
          <p:nvPr/>
        </p:nvSpPr>
        <p:spPr>
          <a:xfrm>
            <a:off x="8249650" y="5362798"/>
            <a:ext cx="2290678" cy="300828"/>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7" name="TextBox 166">
            <a:extLst>
              <a:ext uri="{FF2B5EF4-FFF2-40B4-BE49-F238E27FC236}">
                <a16:creationId xmlns:a16="http://schemas.microsoft.com/office/drawing/2014/main" id="{E73792E0-5269-49D5-A361-BA9940D8AF8C}"/>
              </a:ext>
            </a:extLst>
          </p:cNvPr>
          <p:cNvSpPr txBox="1"/>
          <p:nvPr/>
        </p:nvSpPr>
        <p:spPr>
          <a:xfrm>
            <a:off x="3430277" y="5098757"/>
            <a:ext cx="1874330" cy="338554"/>
          </a:xfrm>
          <a:prstGeom prst="rect">
            <a:avLst/>
          </a:prstGeom>
          <a:noFill/>
        </p:spPr>
        <p:txBody>
          <a:bodyPr wrap="square" rtlCol="0">
            <a:spAutoFit/>
          </a:bodyPr>
          <a:lstStyle/>
          <a:p>
            <a:r>
              <a:rPr lang="en-US" sz="1600" dirty="0">
                <a:solidFill>
                  <a:schemeClr val="bg1"/>
                </a:solidFill>
              </a:rPr>
              <a:t>Implementation</a:t>
            </a:r>
          </a:p>
        </p:txBody>
      </p:sp>
      <p:sp>
        <p:nvSpPr>
          <p:cNvPr id="168" name="TextBox 167">
            <a:extLst>
              <a:ext uri="{FF2B5EF4-FFF2-40B4-BE49-F238E27FC236}">
                <a16:creationId xmlns:a16="http://schemas.microsoft.com/office/drawing/2014/main" id="{B6395CC2-9B14-4A9A-8EBF-FA57776F3ACD}"/>
              </a:ext>
            </a:extLst>
          </p:cNvPr>
          <p:cNvSpPr txBox="1"/>
          <p:nvPr/>
        </p:nvSpPr>
        <p:spPr>
          <a:xfrm>
            <a:off x="6123157" y="5426161"/>
            <a:ext cx="1874330" cy="338554"/>
          </a:xfrm>
          <a:prstGeom prst="rect">
            <a:avLst/>
          </a:prstGeom>
          <a:noFill/>
        </p:spPr>
        <p:txBody>
          <a:bodyPr wrap="square" rtlCol="0">
            <a:spAutoFit/>
          </a:bodyPr>
          <a:lstStyle/>
          <a:p>
            <a:r>
              <a:rPr lang="en-US" sz="1600" dirty="0">
                <a:solidFill>
                  <a:schemeClr val="bg1"/>
                </a:solidFill>
              </a:rPr>
              <a:t>UAT and Go Live</a:t>
            </a:r>
          </a:p>
        </p:txBody>
      </p:sp>
      <p:sp>
        <p:nvSpPr>
          <p:cNvPr id="169" name="TextBox 168">
            <a:extLst>
              <a:ext uri="{FF2B5EF4-FFF2-40B4-BE49-F238E27FC236}">
                <a16:creationId xmlns:a16="http://schemas.microsoft.com/office/drawing/2014/main" id="{1E9AF81D-FA69-4006-A866-3D1C08F3C957}"/>
              </a:ext>
            </a:extLst>
          </p:cNvPr>
          <p:cNvSpPr txBox="1"/>
          <p:nvPr/>
        </p:nvSpPr>
        <p:spPr>
          <a:xfrm>
            <a:off x="8523694" y="5776050"/>
            <a:ext cx="1742591" cy="338554"/>
          </a:xfrm>
          <a:prstGeom prst="rect">
            <a:avLst/>
          </a:prstGeom>
          <a:noFill/>
        </p:spPr>
        <p:txBody>
          <a:bodyPr wrap="square" rtlCol="0">
            <a:spAutoFit/>
          </a:bodyPr>
          <a:lstStyle/>
          <a:p>
            <a:r>
              <a:rPr lang="en-US" sz="1600" dirty="0">
                <a:solidFill>
                  <a:schemeClr val="bg1"/>
                </a:solidFill>
              </a:rPr>
              <a:t>Hyper Care</a:t>
            </a:r>
          </a:p>
        </p:txBody>
      </p:sp>
      <p:cxnSp>
        <p:nvCxnSpPr>
          <p:cNvPr id="171" name="Straight Connector 170">
            <a:extLst>
              <a:ext uri="{FF2B5EF4-FFF2-40B4-BE49-F238E27FC236}">
                <a16:creationId xmlns:a16="http://schemas.microsoft.com/office/drawing/2014/main" id="{6AD2A65E-A04D-413F-ACE9-CA50CC0D5974}"/>
              </a:ext>
            </a:extLst>
          </p:cNvPr>
          <p:cNvCxnSpPr>
            <a:cxnSpLocks/>
          </p:cNvCxnSpPr>
          <p:nvPr/>
        </p:nvCxnSpPr>
        <p:spPr>
          <a:xfrm>
            <a:off x="7128535" y="1450306"/>
            <a:ext cx="0" cy="1699684"/>
          </a:xfrm>
          <a:prstGeom prst="line">
            <a:avLst/>
          </a:prstGeom>
        </p:spPr>
        <p:style>
          <a:lnRef idx="3">
            <a:schemeClr val="accent4"/>
          </a:lnRef>
          <a:fillRef idx="0">
            <a:schemeClr val="accent4"/>
          </a:fillRef>
          <a:effectRef idx="2">
            <a:schemeClr val="accent4"/>
          </a:effectRef>
          <a:fontRef idx="minor">
            <a:schemeClr val="tx1"/>
          </a:fontRef>
        </p:style>
      </p:cxnSp>
      <p:sp>
        <p:nvSpPr>
          <p:cNvPr id="172" name="TextBox 171">
            <a:extLst>
              <a:ext uri="{FF2B5EF4-FFF2-40B4-BE49-F238E27FC236}">
                <a16:creationId xmlns:a16="http://schemas.microsoft.com/office/drawing/2014/main" id="{E86B3039-26B1-47AE-A9AD-068FF01DD3FD}"/>
              </a:ext>
            </a:extLst>
          </p:cNvPr>
          <p:cNvSpPr txBox="1"/>
          <p:nvPr/>
        </p:nvSpPr>
        <p:spPr>
          <a:xfrm>
            <a:off x="7060322" y="1833858"/>
            <a:ext cx="1090853" cy="1015663"/>
          </a:xfrm>
          <a:prstGeom prst="rect">
            <a:avLst/>
          </a:prstGeom>
          <a:noFill/>
        </p:spPr>
        <p:txBody>
          <a:bodyPr wrap="square" rtlCol="0">
            <a:spAutoFit/>
          </a:bodyPr>
          <a:lstStyle/>
          <a:p>
            <a:r>
              <a:rPr lang="en-US" sz="1200" dirty="0">
                <a:solidFill>
                  <a:schemeClr val="bg1"/>
                </a:solidFill>
              </a:rPr>
              <a:t>Upgrade </a:t>
            </a:r>
            <a:br>
              <a:rPr lang="en-US" sz="1200" dirty="0">
                <a:solidFill>
                  <a:schemeClr val="bg1"/>
                </a:solidFill>
              </a:rPr>
            </a:br>
            <a:r>
              <a:rPr lang="en-US" sz="1200" dirty="0">
                <a:solidFill>
                  <a:schemeClr val="bg1"/>
                </a:solidFill>
              </a:rPr>
              <a:t>Hyper Care</a:t>
            </a:r>
            <a:br>
              <a:rPr lang="en-US" sz="1200" dirty="0">
                <a:solidFill>
                  <a:schemeClr val="bg1"/>
                </a:solidFill>
              </a:rPr>
            </a:br>
            <a:r>
              <a:rPr lang="en-US" sz="1200" dirty="0">
                <a:solidFill>
                  <a:schemeClr val="bg1"/>
                </a:solidFill>
              </a:rPr>
              <a:t>Complete - Prod</a:t>
            </a:r>
          </a:p>
          <a:p>
            <a:r>
              <a:rPr lang="en-US" sz="1200" dirty="0">
                <a:solidFill>
                  <a:schemeClr val="bg1"/>
                </a:solidFill>
              </a:rPr>
              <a:t>Date *</a:t>
            </a:r>
          </a:p>
        </p:txBody>
      </p:sp>
      <p:sp>
        <p:nvSpPr>
          <p:cNvPr id="173" name="Arrow: Pentagon 172">
            <a:extLst>
              <a:ext uri="{FF2B5EF4-FFF2-40B4-BE49-F238E27FC236}">
                <a16:creationId xmlns:a16="http://schemas.microsoft.com/office/drawing/2014/main" id="{3751051C-CAEC-4655-8325-21AD45004F78}"/>
              </a:ext>
            </a:extLst>
          </p:cNvPr>
          <p:cNvSpPr/>
          <p:nvPr/>
        </p:nvSpPr>
        <p:spPr>
          <a:xfrm>
            <a:off x="10341025" y="1456860"/>
            <a:ext cx="471115" cy="387626"/>
          </a:xfrm>
          <a:prstGeom prst="homePlate">
            <a:avLst/>
          </a:prstGeom>
          <a:solidFill>
            <a:srgbClr val="FFC000"/>
          </a:solidFill>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74" name="Arrow: Pentagon 173">
            <a:extLst>
              <a:ext uri="{FF2B5EF4-FFF2-40B4-BE49-F238E27FC236}">
                <a16:creationId xmlns:a16="http://schemas.microsoft.com/office/drawing/2014/main" id="{4A722137-FC53-4E07-A759-40EDA9D97DB4}"/>
              </a:ext>
            </a:extLst>
          </p:cNvPr>
          <p:cNvSpPr/>
          <p:nvPr/>
        </p:nvSpPr>
        <p:spPr>
          <a:xfrm>
            <a:off x="3898318" y="1395855"/>
            <a:ext cx="471115" cy="387626"/>
          </a:xfrm>
          <a:prstGeom prst="homePlat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75" name="Arrow: Pentagon 174">
            <a:extLst>
              <a:ext uri="{FF2B5EF4-FFF2-40B4-BE49-F238E27FC236}">
                <a16:creationId xmlns:a16="http://schemas.microsoft.com/office/drawing/2014/main" id="{2B56887E-3B9B-47E5-B9CD-1242763D8157}"/>
              </a:ext>
            </a:extLst>
          </p:cNvPr>
          <p:cNvSpPr/>
          <p:nvPr/>
        </p:nvSpPr>
        <p:spPr>
          <a:xfrm>
            <a:off x="7137164" y="1440279"/>
            <a:ext cx="471115" cy="387626"/>
          </a:xfrm>
          <a:prstGeom prst="homePlat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76" name="TextBox 175">
            <a:extLst>
              <a:ext uri="{FF2B5EF4-FFF2-40B4-BE49-F238E27FC236}">
                <a16:creationId xmlns:a16="http://schemas.microsoft.com/office/drawing/2014/main" id="{95411870-BA65-444F-ABB7-822625C14E13}"/>
              </a:ext>
            </a:extLst>
          </p:cNvPr>
          <p:cNvSpPr txBox="1"/>
          <p:nvPr/>
        </p:nvSpPr>
        <p:spPr>
          <a:xfrm>
            <a:off x="10331448" y="1894313"/>
            <a:ext cx="1022433" cy="830997"/>
          </a:xfrm>
          <a:prstGeom prst="rect">
            <a:avLst/>
          </a:prstGeom>
          <a:noFill/>
        </p:spPr>
        <p:txBody>
          <a:bodyPr wrap="square" rtlCol="0">
            <a:spAutoFit/>
          </a:bodyPr>
          <a:lstStyle/>
          <a:p>
            <a:r>
              <a:rPr lang="en-US" sz="1200" dirty="0">
                <a:solidFill>
                  <a:schemeClr val="bg1"/>
                </a:solidFill>
              </a:rPr>
              <a:t>CPAM Hyper Care</a:t>
            </a:r>
          </a:p>
          <a:p>
            <a:r>
              <a:rPr lang="en-US" sz="1200" dirty="0">
                <a:solidFill>
                  <a:schemeClr val="bg1"/>
                </a:solidFill>
              </a:rPr>
              <a:t>Complete</a:t>
            </a:r>
            <a:br>
              <a:rPr lang="en-US" sz="1200" dirty="0">
                <a:solidFill>
                  <a:schemeClr val="bg1"/>
                </a:solidFill>
              </a:rPr>
            </a:br>
            <a:r>
              <a:rPr lang="en-US" sz="1200" dirty="0">
                <a:solidFill>
                  <a:schemeClr val="bg1"/>
                </a:solidFill>
              </a:rPr>
              <a:t>Date</a:t>
            </a:r>
          </a:p>
        </p:txBody>
      </p:sp>
    </p:spTree>
    <p:extLst>
      <p:ext uri="{BB962C8B-B14F-4D97-AF65-F5344CB8AC3E}">
        <p14:creationId xmlns:p14="http://schemas.microsoft.com/office/powerpoint/2010/main" val="2169649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CE125-8DCE-4F3A-8DF2-6076AC3A61BE}"/>
              </a:ext>
            </a:extLst>
          </p:cNvPr>
          <p:cNvSpPr>
            <a:spLocks noGrp="1"/>
          </p:cNvSpPr>
          <p:nvPr>
            <p:ph type="title"/>
          </p:nvPr>
        </p:nvSpPr>
        <p:spPr/>
        <p:txBody>
          <a:bodyPr>
            <a:normAutofit fontScale="90000"/>
          </a:bodyPr>
          <a:lstStyle/>
          <a:p>
            <a:r>
              <a:rPr lang="en-US" dirty="0">
                <a:highlight>
                  <a:srgbClr val="FFFF00"/>
                </a:highlight>
              </a:rPr>
              <a:t>[</a:t>
            </a:r>
            <a:r>
              <a:rPr lang="en-US" dirty="0">
                <a:solidFill>
                  <a:schemeClr val="tx1"/>
                </a:solidFill>
                <a:highlight>
                  <a:srgbClr val="FFFF00"/>
                </a:highlight>
              </a:rPr>
              <a:t>PARTNER</a:t>
            </a:r>
            <a:r>
              <a:rPr lang="en-US" dirty="0">
                <a:highlight>
                  <a:srgbClr val="FFFF00"/>
                </a:highlight>
              </a:rPr>
              <a:t>] </a:t>
            </a:r>
            <a:r>
              <a:rPr lang="en-US" dirty="0"/>
              <a:t>Team </a:t>
            </a:r>
          </a:p>
        </p:txBody>
      </p:sp>
      <p:graphicFrame>
        <p:nvGraphicFramePr>
          <p:cNvPr id="7" name="Table 6">
            <a:extLst>
              <a:ext uri="{FF2B5EF4-FFF2-40B4-BE49-F238E27FC236}">
                <a16:creationId xmlns:a16="http://schemas.microsoft.com/office/drawing/2014/main" id="{7AD0FB81-6ED8-4BD5-830E-C58800F34462}"/>
              </a:ext>
            </a:extLst>
          </p:cNvPr>
          <p:cNvGraphicFramePr>
            <a:graphicFrameLocks noGrp="1"/>
          </p:cNvGraphicFramePr>
          <p:nvPr>
            <p:extLst>
              <p:ext uri="{D42A27DB-BD31-4B8C-83A1-F6EECF244321}">
                <p14:modId xmlns:p14="http://schemas.microsoft.com/office/powerpoint/2010/main" val="2233239576"/>
              </p:ext>
            </p:extLst>
          </p:nvPr>
        </p:nvGraphicFramePr>
        <p:xfrm>
          <a:off x="472281" y="950303"/>
          <a:ext cx="11347450" cy="4367563"/>
        </p:xfrm>
        <a:graphic>
          <a:graphicData uri="http://schemas.openxmlformats.org/drawingml/2006/table">
            <a:tbl>
              <a:tblPr firstRow="1" bandCol="1">
                <a:effectLst/>
                <a:tableStyleId>{93296810-A885-4BE3-A3E7-6D5BEEA58F35}</a:tableStyleId>
              </a:tblPr>
              <a:tblGrid>
                <a:gridCol w="1835150">
                  <a:extLst>
                    <a:ext uri="{9D8B030D-6E8A-4147-A177-3AD203B41FA5}">
                      <a16:colId xmlns:a16="http://schemas.microsoft.com/office/drawing/2014/main" val="1851432251"/>
                    </a:ext>
                  </a:extLst>
                </a:gridCol>
                <a:gridCol w="2286000">
                  <a:extLst>
                    <a:ext uri="{9D8B030D-6E8A-4147-A177-3AD203B41FA5}">
                      <a16:colId xmlns:a16="http://schemas.microsoft.com/office/drawing/2014/main" val="817105906"/>
                    </a:ext>
                  </a:extLst>
                </a:gridCol>
                <a:gridCol w="2675876">
                  <a:extLst>
                    <a:ext uri="{9D8B030D-6E8A-4147-A177-3AD203B41FA5}">
                      <a16:colId xmlns:a16="http://schemas.microsoft.com/office/drawing/2014/main" val="2896378459"/>
                    </a:ext>
                  </a:extLst>
                </a:gridCol>
                <a:gridCol w="4550424">
                  <a:extLst>
                    <a:ext uri="{9D8B030D-6E8A-4147-A177-3AD203B41FA5}">
                      <a16:colId xmlns:a16="http://schemas.microsoft.com/office/drawing/2014/main" val="1313930552"/>
                    </a:ext>
                  </a:extLst>
                </a:gridCol>
              </a:tblGrid>
              <a:tr h="391055">
                <a:tc>
                  <a:txBody>
                    <a:bodyPr/>
                    <a:lstStyle/>
                    <a:p>
                      <a:pPr algn="l" rtl="0" fontAlgn="ctr"/>
                      <a:r>
                        <a:rPr lang="en-US" sz="1600" u="none" strike="noStrike" dirty="0">
                          <a:solidFill>
                            <a:schemeClr val="tx1"/>
                          </a:solidFill>
                          <a:effectLst/>
                          <a:latin typeface="+mj-lt"/>
                        </a:rPr>
                        <a:t>Role</a:t>
                      </a:r>
                      <a:endParaRPr lang="en-US" sz="1600" b="1" i="0" u="none" strike="noStrike" dirty="0">
                        <a:solidFill>
                          <a:schemeClr val="tx1"/>
                        </a:solidFill>
                        <a:effectLst/>
                        <a:latin typeface="+mj-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l" rtl="0" fontAlgn="ctr"/>
                      <a:r>
                        <a:rPr lang="en-US" sz="1600" u="none" strike="noStrike" dirty="0">
                          <a:solidFill>
                            <a:schemeClr val="tx1"/>
                          </a:solidFill>
                          <a:effectLst/>
                          <a:latin typeface="+mj-lt"/>
                        </a:rPr>
                        <a:t>Name</a:t>
                      </a:r>
                      <a:endParaRPr lang="en-US" sz="1600" b="1" i="0" u="none" strike="noStrike" dirty="0">
                        <a:solidFill>
                          <a:schemeClr val="tx1"/>
                        </a:solidFill>
                        <a:effectLst/>
                        <a:latin typeface="+mj-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l" rtl="0" fontAlgn="ctr"/>
                      <a:r>
                        <a:rPr lang="en-US" sz="1600" u="none" strike="noStrike" dirty="0">
                          <a:solidFill>
                            <a:schemeClr val="tx1"/>
                          </a:solidFill>
                          <a:effectLst/>
                          <a:latin typeface="+mj-lt"/>
                        </a:rPr>
                        <a:t>Title</a:t>
                      </a:r>
                      <a:endParaRPr lang="en-US" sz="1600" b="1" i="0" u="none" strike="noStrike" dirty="0">
                        <a:solidFill>
                          <a:schemeClr val="tx1"/>
                        </a:solidFill>
                        <a:effectLst/>
                        <a:latin typeface="+mj-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l" rtl="0" fontAlgn="ctr"/>
                      <a:r>
                        <a:rPr lang="en-US" sz="1600" u="none" strike="noStrike" dirty="0">
                          <a:solidFill>
                            <a:schemeClr val="tx1"/>
                          </a:solidFill>
                          <a:effectLst/>
                          <a:latin typeface="+mj-lt"/>
                        </a:rPr>
                        <a:t>Responsibility</a:t>
                      </a:r>
                      <a:endParaRPr lang="en-US" sz="1600" b="1" i="0" u="none" strike="noStrike" dirty="0">
                        <a:solidFill>
                          <a:schemeClr val="tx1"/>
                        </a:solidFill>
                        <a:effectLst/>
                        <a:latin typeface="+mj-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1789564706"/>
                  </a:ext>
                </a:extLst>
              </a:tr>
              <a:tr h="335190">
                <a:tc rowSpan="3">
                  <a:txBody>
                    <a:bodyPr/>
                    <a:lstStyle/>
                    <a:p>
                      <a:pPr marL="0" lvl="0" indent="0" algn="l" defTabSz="342900" rtl="0" eaLnBrk="1" fontAlgn="ctr" latinLnBrk="0" hangingPunct="1"/>
                      <a:r>
                        <a:rPr lang="en-US" sz="1200" b="1" u="none" strike="noStrike" kern="1200" dirty="0">
                          <a:solidFill>
                            <a:schemeClr val="bg1"/>
                          </a:solidFill>
                          <a:effectLst/>
                          <a:latin typeface="+mj-lt"/>
                        </a:rPr>
                        <a:t>Account Level Management</a:t>
                      </a:r>
                      <a:endParaRPr lang="en-US" sz="1200" b="1" u="none" strike="noStrike" kern="1200" dirty="0">
                        <a:solidFill>
                          <a:schemeClr val="bg1"/>
                        </a:solidFill>
                        <a:effectLst/>
                        <a:latin typeface="+mj-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342900" rtl="0" eaLnBrk="1" fontAlgn="ctr" latinLnBrk="0" hangingPunct="1"/>
                      <a:endParaRPr lang="en-US" sz="1200" b="0"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17649977"/>
                  </a:ext>
                </a:extLst>
              </a:tr>
              <a:tr h="586149">
                <a:tc vMerge="1">
                  <a:txBody>
                    <a:bodyPr/>
                    <a:lstStyle/>
                    <a:p>
                      <a:pPr marL="342900" lvl="0" algn="l" defTabSz="342900" rtl="0" eaLnBrk="1" fontAlgn="ctr" latinLnBrk="0" hangingPunct="1"/>
                      <a:endParaRPr lang="en-US" sz="1000" b="0" u="none" strike="noStrike" kern="1200" dirty="0">
                        <a:solidFill>
                          <a:schemeClr val="bg1"/>
                        </a:solidFill>
                        <a:effectLst/>
                        <a:latin typeface="+mn-lt"/>
                        <a:ea typeface="+mn-ea"/>
                        <a:cs typeface="+mn-cs"/>
                      </a:endParaRPr>
                    </a:p>
                  </a:txBody>
                  <a:tcPr marL="3273" marR="3273" marT="3273" marB="0" anchor="ctr"/>
                </a:tc>
                <a:tc>
                  <a:txBody>
                    <a:bodyPr/>
                    <a:lstStyle/>
                    <a:p>
                      <a:pPr marL="0" lvl="0" indent="0" algn="l" defTabSz="342900" rtl="0" eaLnBrk="1" fontAlgn="ctr" latinLnBrk="0" hangingPunct="1"/>
                      <a:endParaRPr lang="en-US" sz="1200" b="0"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b="1" u="none" strike="noStrike" kern="1200" dirty="0">
                        <a:solidFill>
                          <a:schemeClr val="bg1"/>
                        </a:solidFill>
                        <a:effectLst/>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2677082"/>
                  </a:ext>
                </a:extLst>
              </a:tr>
              <a:tr h="670379">
                <a:tc vMerge="1">
                  <a:txBody>
                    <a:bodyPr/>
                    <a:lstStyle/>
                    <a:p>
                      <a:pPr marL="342900" lvl="0" algn="l" defTabSz="342900" rtl="0" eaLnBrk="1" fontAlgn="ctr" latinLnBrk="0" hangingPunct="1"/>
                      <a:endParaRPr lang="en-US" sz="1000" b="0" u="none" strike="noStrike" kern="1200" dirty="0">
                        <a:solidFill>
                          <a:schemeClr val="bg1"/>
                        </a:solidFill>
                        <a:effectLst/>
                        <a:latin typeface="+mn-lt"/>
                        <a:ea typeface="+mn-ea"/>
                        <a:cs typeface="+mn-cs"/>
                      </a:endParaRPr>
                    </a:p>
                  </a:txBody>
                  <a:tcPr marL="3273" marR="3273" marT="3273" marB="0" anchor="ctr"/>
                </a:tc>
                <a:tc>
                  <a:txBody>
                    <a:bodyPr/>
                    <a:lstStyle/>
                    <a:p>
                      <a:pPr marL="0" lvl="0" indent="0" algn="l" defTabSz="342900" rtl="0" eaLnBrk="1" fontAlgn="ctr" latinLnBrk="0" hangingPunct="1"/>
                      <a:endParaRPr lang="en-US" sz="1200" u="none" strike="noStrike" kern="1200" dirty="0">
                        <a:solidFill>
                          <a:schemeClr val="bg1"/>
                        </a:solidFill>
                        <a:effectLst/>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u="none" strike="noStrike" kern="1200" dirty="0">
                        <a:solidFill>
                          <a:schemeClr val="bg1"/>
                        </a:solidFill>
                        <a:effectLst/>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lvl="0" indent="0" algn="l" defTabSz="342900" rtl="0" eaLnBrk="1" fontAlgn="ctr" latinLnBrk="0" hangingPunct="1"/>
                      <a:endParaRPr lang="en-US" sz="1200" u="none" strike="noStrike" kern="1200" dirty="0">
                        <a:solidFill>
                          <a:schemeClr val="bg1"/>
                        </a:solidFill>
                        <a:effectLst/>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1651746"/>
                  </a:ext>
                </a:extLst>
              </a:tr>
              <a:tr h="335190">
                <a:tc rowSpan="4">
                  <a:txBody>
                    <a:bodyPr/>
                    <a:lstStyle/>
                    <a:p>
                      <a:pPr marL="0" lvl="0" indent="0" algn="l" defTabSz="342900" rtl="0" eaLnBrk="1" fontAlgn="ctr" latinLnBrk="0" hangingPunct="1"/>
                      <a:r>
                        <a:rPr lang="en-US" sz="1200" b="1" u="none" strike="noStrike" kern="1200" dirty="0">
                          <a:solidFill>
                            <a:schemeClr val="bg1"/>
                          </a:solidFill>
                          <a:effectLst/>
                          <a:latin typeface="+mj-lt"/>
                          <a:ea typeface="+mn-ea"/>
                          <a:cs typeface="+mn-cs"/>
                        </a:rPr>
                        <a:t>Project Team</a:t>
                      </a:r>
                    </a:p>
                    <a:p>
                      <a:pPr algn="l"/>
                      <a:endParaRPr lang="en-US" sz="1200" kern="1200" dirty="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dirty="0">
                        <a:solidFill>
                          <a:schemeClr val="bg1"/>
                        </a:solidFill>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dirty="0">
                        <a:solidFill>
                          <a:schemeClr val="bg1"/>
                        </a:solidFill>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u="none" strike="noStrike" kern="1200" dirty="0">
                        <a:solidFill>
                          <a:schemeClr val="bg1"/>
                        </a:solidFill>
                        <a:effectLs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21662474"/>
                  </a:ext>
                </a:extLst>
              </a:tr>
              <a:tr h="502785">
                <a:tc vMerge="1">
                  <a:txBody>
                    <a:bodyPr/>
                    <a:lstStyle/>
                    <a:p>
                      <a:pPr marL="342900" lvl="0" algn="l" defTabSz="342900" rtl="0" eaLnBrk="1" fontAlgn="ctr" latinLnBrk="0" hangingPunct="1"/>
                      <a:endParaRPr lang="en-US" sz="1200" b="1" u="none" strike="noStrike" kern="1200" dirty="0">
                        <a:solidFill>
                          <a:schemeClr val="bg1"/>
                        </a:solidFill>
                        <a:effectLst/>
                        <a:latin typeface="+mn-lt"/>
                        <a:ea typeface="+mn-ea"/>
                        <a:cs typeface="+mn-cs"/>
                      </a:endParaRPr>
                    </a:p>
                  </a:txBody>
                  <a:tcPr marL="0" marR="0" marT="0" marB="0" anchor="ctr">
                    <a:lnL w="9525" cap="flat" cmpd="sng" algn="ctr">
                      <a:solidFill>
                        <a:schemeClr val="tx2"/>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56055118"/>
                  </a:ext>
                </a:extLst>
              </a:tr>
              <a:tr h="725005">
                <a:tc vMerge="1">
                  <a:txBody>
                    <a:bodyPr/>
                    <a:lstStyle/>
                    <a:p>
                      <a:pPr marL="342900" lvl="0" algn="l" defTabSz="342900" rtl="0" eaLnBrk="1" fontAlgn="ctr" latinLnBrk="0" hangingPunct="1"/>
                      <a:endParaRPr lang="en-US" sz="1200" b="1" u="none" strike="noStrike" kern="1200" dirty="0">
                        <a:solidFill>
                          <a:schemeClr val="dk1"/>
                        </a:solidFill>
                        <a:effectLst/>
                        <a:latin typeface="+mn-lt"/>
                        <a:ea typeface="+mn-ea"/>
                        <a:cs typeface="+mn-cs"/>
                      </a:endParaRPr>
                    </a:p>
                  </a:txBody>
                  <a:tcPr marL="0" marR="0" marT="0" marB="0" anchor="ctr">
                    <a:lnL w="9525" cap="flat" cmpd="sng" algn="ctr">
                      <a:solidFill>
                        <a:schemeClr val="tx2"/>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66015291"/>
                  </a:ext>
                </a:extLst>
              </a:tr>
              <a:tr h="725005">
                <a:tc vMerge="1">
                  <a:txBody>
                    <a:bodyPr/>
                    <a:lstStyle/>
                    <a:p>
                      <a:pPr algn="l"/>
                      <a:endParaRPr lang="en-US" sz="1200" kern="1200" dirty="0">
                        <a:solidFill>
                          <a:schemeClr val="bg1"/>
                        </a:solidFill>
                        <a:latin typeface="+mn-lt"/>
                        <a:ea typeface="+mn-ea"/>
                        <a:cs typeface="+mn-cs"/>
                      </a:endParaRPr>
                    </a:p>
                  </a:txBody>
                  <a:tcPr>
                    <a:lnL w="9525" cap="flat" cmpd="sng" algn="ctr">
                      <a:solidFill>
                        <a:schemeClr val="tx2"/>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200" kern="1200" dirty="0">
                        <a:solidFill>
                          <a:schemeClr val="bg1"/>
                        </a:solidFill>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60707305"/>
                  </a:ext>
                </a:extLst>
              </a:tr>
            </a:tbl>
          </a:graphicData>
        </a:graphic>
      </p:graphicFrame>
    </p:spTree>
    <p:extLst>
      <p:ext uri="{BB962C8B-B14F-4D97-AF65-F5344CB8AC3E}">
        <p14:creationId xmlns:p14="http://schemas.microsoft.com/office/powerpoint/2010/main" val="4111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CE125-8DCE-4F3A-8DF2-6076AC3A61BE}"/>
              </a:ext>
            </a:extLst>
          </p:cNvPr>
          <p:cNvSpPr>
            <a:spLocks noGrp="1"/>
          </p:cNvSpPr>
          <p:nvPr>
            <p:ph type="title"/>
          </p:nvPr>
        </p:nvSpPr>
        <p:spPr>
          <a:xfrm>
            <a:off x="422275" y="108443"/>
            <a:ext cx="11347450" cy="442913"/>
          </a:xfrm>
        </p:spPr>
        <p:txBody>
          <a:bodyPr>
            <a:normAutofit fontScale="90000"/>
          </a:bodyPr>
          <a:lstStyle/>
          <a:p>
            <a:r>
              <a:rPr lang="en-US" dirty="0"/>
              <a:t> [CUSTOMER]  CPAM Project Team </a:t>
            </a:r>
          </a:p>
        </p:txBody>
      </p:sp>
      <p:graphicFrame>
        <p:nvGraphicFramePr>
          <p:cNvPr id="7" name="Table 6">
            <a:extLst>
              <a:ext uri="{FF2B5EF4-FFF2-40B4-BE49-F238E27FC236}">
                <a16:creationId xmlns:a16="http://schemas.microsoft.com/office/drawing/2014/main" id="{7AD0FB81-6ED8-4BD5-830E-C58800F34462}"/>
              </a:ext>
            </a:extLst>
          </p:cNvPr>
          <p:cNvGraphicFramePr>
            <a:graphicFrameLocks noGrp="1"/>
          </p:cNvGraphicFramePr>
          <p:nvPr>
            <p:extLst>
              <p:ext uri="{D42A27DB-BD31-4B8C-83A1-F6EECF244321}">
                <p14:modId xmlns:p14="http://schemas.microsoft.com/office/powerpoint/2010/main" val="1228156062"/>
              </p:ext>
            </p:extLst>
          </p:nvPr>
        </p:nvGraphicFramePr>
        <p:xfrm>
          <a:off x="847541" y="989901"/>
          <a:ext cx="9135358" cy="5158534"/>
        </p:xfrm>
        <a:graphic>
          <a:graphicData uri="http://schemas.openxmlformats.org/drawingml/2006/table">
            <a:tbl>
              <a:tblPr firstRow="1" bandCol="1">
                <a:effectLst/>
                <a:tableStyleId>{93296810-A885-4BE3-A3E7-6D5BEEA58F35}</a:tableStyleId>
              </a:tblPr>
              <a:tblGrid>
                <a:gridCol w="3073898">
                  <a:extLst>
                    <a:ext uri="{9D8B030D-6E8A-4147-A177-3AD203B41FA5}">
                      <a16:colId xmlns:a16="http://schemas.microsoft.com/office/drawing/2014/main" val="1851432251"/>
                    </a:ext>
                  </a:extLst>
                </a:gridCol>
                <a:gridCol w="3030730">
                  <a:extLst>
                    <a:ext uri="{9D8B030D-6E8A-4147-A177-3AD203B41FA5}">
                      <a16:colId xmlns:a16="http://schemas.microsoft.com/office/drawing/2014/main" val="817105906"/>
                    </a:ext>
                  </a:extLst>
                </a:gridCol>
                <a:gridCol w="3030730">
                  <a:extLst>
                    <a:ext uri="{9D8B030D-6E8A-4147-A177-3AD203B41FA5}">
                      <a16:colId xmlns:a16="http://schemas.microsoft.com/office/drawing/2014/main" val="610617275"/>
                    </a:ext>
                  </a:extLst>
                </a:gridCol>
              </a:tblGrid>
              <a:tr h="342070">
                <a:tc>
                  <a:txBody>
                    <a:bodyPr/>
                    <a:lstStyle/>
                    <a:p>
                      <a:pPr algn="l" rtl="0" fontAlgn="ctr"/>
                      <a:r>
                        <a:rPr lang="en-US" sz="1400" b="0" u="none" strike="noStrike" cap="none" spc="0" dirty="0">
                          <a:ln w="0"/>
                          <a:solidFill>
                            <a:schemeClr val="tx1"/>
                          </a:solidFill>
                          <a:effectLst>
                            <a:outerShdw blurRad="38100" dist="19050" dir="2700000" algn="tl" rotWithShape="0">
                              <a:schemeClr val="dk1">
                                <a:alpha val="40000"/>
                              </a:schemeClr>
                            </a:outerShdw>
                          </a:effectLst>
                          <a:latin typeface="+mj-lt"/>
                        </a:rPr>
                        <a:t>Role</a:t>
                      </a:r>
                      <a:endParaRPr lang="en-US" sz="1400" b="0" i="0" u="none" strike="noStrike" cap="none" spc="0" dirty="0">
                        <a:ln w="0"/>
                        <a:solidFill>
                          <a:schemeClr val="tx1"/>
                        </a:solidFill>
                        <a:effectLst>
                          <a:outerShdw blurRad="38100" dist="19050" dir="2700000" algn="tl" rotWithShape="0">
                            <a:schemeClr val="dk1">
                              <a:alpha val="40000"/>
                            </a:schemeClr>
                          </a:outerShdw>
                        </a:effectLst>
                        <a:latin typeface="+mj-l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BD2F"/>
                    </a:solidFill>
                  </a:tcPr>
                </a:tc>
                <a:tc>
                  <a:txBody>
                    <a:bodyPr/>
                    <a:lstStyle/>
                    <a:p>
                      <a:pPr algn="l" rtl="0" fontAlgn="ctr"/>
                      <a:r>
                        <a:rPr lang="en-US" sz="1400" b="0" u="none" strike="noStrike" cap="none" spc="0" dirty="0">
                          <a:ln w="0"/>
                          <a:solidFill>
                            <a:schemeClr val="tx1"/>
                          </a:solidFill>
                          <a:effectLst>
                            <a:outerShdw blurRad="38100" dist="19050" dir="2700000" algn="tl" rotWithShape="0">
                              <a:schemeClr val="dk1">
                                <a:alpha val="40000"/>
                              </a:schemeClr>
                            </a:outerShdw>
                          </a:effectLst>
                          <a:latin typeface="+mj-lt"/>
                        </a:rPr>
                        <a:t>Name</a:t>
                      </a:r>
                      <a:endParaRPr lang="en-US" sz="1400" b="0" i="0" u="none" strike="noStrike" cap="none" spc="0" dirty="0">
                        <a:ln w="0"/>
                        <a:solidFill>
                          <a:schemeClr val="tx1"/>
                        </a:solidFill>
                        <a:effectLst>
                          <a:outerShdw blurRad="38100" dist="19050" dir="2700000" algn="tl" rotWithShape="0">
                            <a:schemeClr val="dk1">
                              <a:alpha val="40000"/>
                            </a:schemeClr>
                          </a:outerShdw>
                        </a:effectLst>
                        <a:latin typeface="+mj-l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BD2F"/>
                    </a:solidFill>
                  </a:tcPr>
                </a:tc>
                <a:tc>
                  <a:txBody>
                    <a:bodyPr/>
                    <a:lstStyle/>
                    <a:p>
                      <a:pPr algn="l" rtl="0" fontAlgn="ctr"/>
                      <a:r>
                        <a:rPr lang="en-US" sz="1400" b="0" i="0" u="none" strike="noStrike" cap="none" spc="0" dirty="0">
                          <a:ln w="0"/>
                          <a:solidFill>
                            <a:schemeClr val="tx1"/>
                          </a:solidFill>
                          <a:effectLst>
                            <a:outerShdw blurRad="38100" dist="19050" dir="2700000" algn="tl" rotWithShape="0">
                              <a:schemeClr val="dk1">
                                <a:alpha val="40000"/>
                              </a:schemeClr>
                            </a:outerShdw>
                          </a:effectLst>
                          <a:latin typeface="+mj-lt"/>
                        </a:rPr>
                        <a:t>Title</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BD2F"/>
                    </a:solidFill>
                  </a:tcPr>
                </a:tc>
                <a:extLst>
                  <a:ext uri="{0D108BD9-81ED-4DB2-BD59-A6C34878D82A}">
                    <a16:rowId xmlns:a16="http://schemas.microsoft.com/office/drawing/2014/main" val="1789564706"/>
                  </a:ext>
                </a:extLst>
              </a:tr>
              <a:tr h="506375">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Executive Sponsor</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2506645"/>
                  </a:ext>
                </a:extLst>
              </a:tr>
              <a:tr h="473965">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Project Leader</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342900" rtl="0" eaLnBrk="1" fontAlgn="ctr" latinLnBrk="0" hangingPunct="1"/>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defTabSz="342900" rtl="0" eaLnBrk="1" fontAlgn="ctr" latinLnBrk="0" hangingPunct="1"/>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8985903"/>
                  </a:ext>
                </a:extLst>
              </a:tr>
              <a:tr h="436159">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Solution Architect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0146049"/>
                  </a:ext>
                </a:extLst>
              </a:tr>
              <a:tr h="489566">
                <a:tc>
                  <a:txBody>
                    <a:bodyPr/>
                    <a:lstStyle/>
                    <a:p>
                      <a:pPr marL="0" lvl="0" indent="0" algn="l" defTabSz="342900" rtl="0" eaLnBrk="1" fontAlgn="ctr" latinLnBrk="0" hangingPunct="1"/>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PMO</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341565"/>
                  </a:ext>
                </a:extLst>
              </a:tr>
              <a:tr h="482577">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Manager IAM</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532797"/>
                  </a:ext>
                </a:extLst>
              </a:tr>
              <a:tr h="593413">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r>
                        <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rPr>
                        <a:t>SME1</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9311999"/>
                  </a:ext>
                </a:extLst>
              </a:tr>
              <a:tr h="593413">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664261"/>
                  </a:ext>
                </a:extLst>
              </a:tr>
              <a:tr h="593413">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1044646"/>
                  </a:ext>
                </a:extLst>
              </a:tr>
              <a:tr h="593413">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ctr" latinLnBrk="0" hangingPunct="1">
                        <a:lnSpc>
                          <a:spcPct val="100000"/>
                        </a:lnSpc>
                        <a:spcBef>
                          <a:spcPts val="0"/>
                        </a:spcBef>
                        <a:spcAft>
                          <a:spcPts val="0"/>
                        </a:spcAft>
                        <a:buClrTx/>
                        <a:buSzTx/>
                        <a:buFontTx/>
                        <a:buNone/>
                        <a:tabLst/>
                        <a:defRPr/>
                      </a:pPr>
                      <a:endParaRPr lang="en-US" sz="1400" b="0" u="none" strike="noStrike" kern="1200" cap="none" spc="0" dirty="0">
                        <a:ln w="0"/>
                        <a:solidFill>
                          <a:schemeClr val="bg1"/>
                        </a:solidFill>
                        <a:effectLst>
                          <a:outerShdw blurRad="38100" dist="19050" dir="2700000" algn="tl" rotWithShape="0">
                            <a:schemeClr val="dk1">
                              <a:alpha val="40000"/>
                            </a:schemeClr>
                          </a:outerShdw>
                        </a:effectLst>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907554"/>
                  </a:ext>
                </a:extLst>
              </a:tr>
            </a:tbl>
          </a:graphicData>
        </a:graphic>
      </p:graphicFrame>
    </p:spTree>
    <p:extLst>
      <p:ext uri="{BB962C8B-B14F-4D97-AF65-F5344CB8AC3E}">
        <p14:creationId xmlns:p14="http://schemas.microsoft.com/office/powerpoint/2010/main" val="222372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76ED-3504-44A9-A002-06019079F59A}"/>
              </a:ext>
            </a:extLst>
          </p:cNvPr>
          <p:cNvSpPr>
            <a:spLocks noGrp="1"/>
          </p:cNvSpPr>
          <p:nvPr>
            <p:ph type="title"/>
          </p:nvPr>
        </p:nvSpPr>
        <p:spPr/>
        <p:txBody>
          <a:bodyPr/>
          <a:lstStyle/>
          <a:p>
            <a:r>
              <a:rPr lang="en-US" dirty="0"/>
              <a:t>Saviynt RACI – Phase 1</a:t>
            </a:r>
            <a:endParaRPr lang="en-US" dirty="0">
              <a:highlight>
                <a:srgbClr val="FABD2F"/>
              </a:highlight>
            </a:endParaRPr>
          </a:p>
        </p:txBody>
      </p:sp>
      <p:graphicFrame>
        <p:nvGraphicFramePr>
          <p:cNvPr id="3" name="Table 2">
            <a:extLst>
              <a:ext uri="{FF2B5EF4-FFF2-40B4-BE49-F238E27FC236}">
                <a16:creationId xmlns:a16="http://schemas.microsoft.com/office/drawing/2014/main" id="{B06EDFBD-DF8E-4013-B36D-27807A4F0A63}"/>
              </a:ext>
            </a:extLst>
          </p:cNvPr>
          <p:cNvGraphicFramePr>
            <a:graphicFrameLocks noGrp="1"/>
          </p:cNvGraphicFramePr>
          <p:nvPr>
            <p:extLst>
              <p:ext uri="{D42A27DB-BD31-4B8C-83A1-F6EECF244321}">
                <p14:modId xmlns:p14="http://schemas.microsoft.com/office/powerpoint/2010/main" val="1694767824"/>
              </p:ext>
            </p:extLst>
          </p:nvPr>
        </p:nvGraphicFramePr>
        <p:xfrm>
          <a:off x="777769" y="1560539"/>
          <a:ext cx="10824758" cy="4098707"/>
        </p:xfrm>
        <a:graphic>
          <a:graphicData uri="http://schemas.openxmlformats.org/drawingml/2006/table">
            <a:tbl>
              <a:tblPr>
                <a:effectLst>
                  <a:outerShdw blurRad="50800" dist="38100" dir="2700000" algn="tl" rotWithShape="0">
                    <a:prstClr val="black">
                      <a:alpha val="40000"/>
                    </a:prstClr>
                  </a:outerShdw>
                </a:effectLst>
                <a:tableStyleId>{5202B0CA-FC54-4496-8BCA-5EF66A818D29}</a:tableStyleId>
              </a:tblPr>
              <a:tblGrid>
                <a:gridCol w="766190">
                  <a:extLst>
                    <a:ext uri="{9D8B030D-6E8A-4147-A177-3AD203B41FA5}">
                      <a16:colId xmlns:a16="http://schemas.microsoft.com/office/drawing/2014/main" val="1604506137"/>
                    </a:ext>
                  </a:extLst>
                </a:gridCol>
                <a:gridCol w="7336654">
                  <a:extLst>
                    <a:ext uri="{9D8B030D-6E8A-4147-A177-3AD203B41FA5}">
                      <a16:colId xmlns:a16="http://schemas.microsoft.com/office/drawing/2014/main" val="638449071"/>
                    </a:ext>
                  </a:extLst>
                </a:gridCol>
                <a:gridCol w="1541615">
                  <a:extLst>
                    <a:ext uri="{9D8B030D-6E8A-4147-A177-3AD203B41FA5}">
                      <a16:colId xmlns:a16="http://schemas.microsoft.com/office/drawing/2014/main" val="3291287760"/>
                    </a:ext>
                  </a:extLst>
                </a:gridCol>
                <a:gridCol w="1180299">
                  <a:extLst>
                    <a:ext uri="{9D8B030D-6E8A-4147-A177-3AD203B41FA5}">
                      <a16:colId xmlns:a16="http://schemas.microsoft.com/office/drawing/2014/main" val="61055343"/>
                    </a:ext>
                  </a:extLst>
                </a:gridCol>
              </a:tblGrid>
              <a:tr h="471499">
                <a:tc>
                  <a:txBody>
                    <a:bodyPr/>
                    <a:lstStyle/>
                    <a:p>
                      <a:pPr algn="ctr" fontAlgn="ctr"/>
                      <a:r>
                        <a:rPr lang="en-US" sz="1600" u="none" strike="noStrike" dirty="0">
                          <a:solidFill>
                            <a:schemeClr val="bg1"/>
                          </a:solidFill>
                          <a:effectLst/>
                        </a:rPr>
                        <a:t>Stage</a:t>
                      </a:r>
                      <a:endParaRPr lang="en-US" sz="16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85F"/>
                    </a:solidFill>
                  </a:tcPr>
                </a:tc>
                <a:tc>
                  <a:txBody>
                    <a:bodyPr/>
                    <a:lstStyle/>
                    <a:p>
                      <a:pPr algn="ctr" fontAlgn="ctr"/>
                      <a:r>
                        <a:rPr lang="en-US" sz="1600" u="none" strike="noStrike" dirty="0">
                          <a:solidFill>
                            <a:schemeClr val="bg1"/>
                          </a:solidFill>
                          <a:effectLst/>
                        </a:rPr>
                        <a:t>Saviynt CPAM Cloud Managed Platform RACI</a:t>
                      </a:r>
                      <a:endParaRPr lang="en-US" sz="16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85F"/>
                    </a:solidFill>
                  </a:tcPr>
                </a:tc>
                <a:tc>
                  <a:txBody>
                    <a:bodyPr/>
                    <a:lstStyle/>
                    <a:p>
                      <a:pPr marL="0" algn="ctr" defTabSz="914400" rtl="0" eaLnBrk="1" fontAlgn="ctr" latinLnBrk="0" hangingPunct="1"/>
                      <a:r>
                        <a:rPr lang="en-US" sz="1600" b="1" i="0" u="none" strike="noStrike" kern="1200" dirty="0">
                          <a:solidFill>
                            <a:schemeClr val="bg1"/>
                          </a:solidFill>
                          <a:effectLst/>
                          <a:latin typeface="Calibri" panose="020F0502020204030204" pitchFamily="34" charset="0"/>
                          <a:ea typeface="+mn-ea"/>
                          <a:cs typeface="+mn-cs"/>
                        </a:rPr>
                        <a:t>[PARTNER]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85F"/>
                    </a:solidFill>
                  </a:tcPr>
                </a:tc>
                <a:tc>
                  <a:txBody>
                    <a:bodyPr/>
                    <a:lstStyle/>
                    <a:p>
                      <a:pPr marL="0" algn="ctr" defTabSz="914400" rtl="0" eaLnBrk="1" fontAlgn="ctr" latinLnBrk="0" hangingPunct="1"/>
                      <a:r>
                        <a:rPr lang="en-US" sz="1600" b="1" i="0" u="none" strike="noStrike" kern="1200" dirty="0">
                          <a:solidFill>
                            <a:schemeClr val="bg1"/>
                          </a:solidFill>
                          <a:effectLst/>
                          <a:latin typeface="Calibri" panose="020F0502020204030204" pitchFamily="34" charset="0"/>
                          <a:ea typeface="+mn-ea"/>
                          <a:cs typeface="+mn-cs"/>
                        </a:rPr>
                        <a:t>[CUSTOMER]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85F"/>
                    </a:solidFill>
                  </a:tcPr>
                </a:tc>
                <a:extLst>
                  <a:ext uri="{0D108BD9-81ED-4DB2-BD59-A6C34878D82A}">
                    <a16:rowId xmlns:a16="http://schemas.microsoft.com/office/drawing/2014/main" val="760610530"/>
                  </a:ext>
                </a:extLst>
              </a:tr>
              <a:tr h="227581">
                <a:tc rowSpan="16">
                  <a:txBody>
                    <a:bodyPr/>
                    <a:lstStyle/>
                    <a:p>
                      <a:pPr algn="ctr" fontAlgn="ctr"/>
                      <a:r>
                        <a:rPr lang="en-US" sz="2400" b="0" u="none" strike="noStrike" dirty="0">
                          <a:effectLst/>
                        </a:rPr>
                        <a:t>Implementation</a:t>
                      </a:r>
                      <a:endParaRPr lang="en-US" sz="2400" b="0" i="0" u="none" strike="noStrike" dirty="0">
                        <a:solidFill>
                          <a:srgbClr val="000000"/>
                        </a:solidFill>
                        <a:effectLst/>
                        <a:latin typeface="Calibri" panose="020F0502020204030204" pitchFamily="34" charset="0"/>
                      </a:endParaRPr>
                    </a:p>
                  </a:txBody>
                  <a:tcPr marL="9525" marR="9525" marT="9525" marB="0" vert="vert270" anchor="ctr">
                    <a:lnT w="12700" cap="flat" cmpd="sng" algn="ctr">
                      <a:solidFill>
                        <a:schemeClr val="tx1"/>
                      </a:solidFill>
                      <a:prstDash val="solid"/>
                      <a:round/>
                      <a:headEnd type="none" w="med" len="med"/>
                      <a:tailEnd type="none" w="med" len="med"/>
                    </a:lnT>
                  </a:tcPr>
                </a:tc>
                <a:tc>
                  <a:txBody>
                    <a:bodyPr/>
                    <a:lstStyle/>
                    <a:p>
                      <a:pPr algn="l" fontAlgn="b"/>
                      <a:r>
                        <a:rPr lang="en-US" sz="1400" b="1" u="none" strike="noStrike">
                          <a:effectLst/>
                        </a:rPr>
                        <a:t>Build</a:t>
                      </a:r>
                      <a:endParaRPr lang="en-US" sz="1400" b="1"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solidFill>
                      <a:srgbClr val="FABD2F"/>
                    </a:solidFill>
                  </a:tcPr>
                </a:tc>
                <a:tc>
                  <a:txBody>
                    <a:bodyPr/>
                    <a:lstStyle/>
                    <a:p>
                      <a:pPr algn="ctr"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solidFill>
                      <a:srgbClr val="FABD2F"/>
                    </a:solidFill>
                  </a:tcPr>
                </a:tc>
                <a:tc>
                  <a:txBody>
                    <a:bodyPr/>
                    <a:lstStyle/>
                    <a:p>
                      <a:pPr algn="ctr"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solidFill>
                      <a:srgbClr val="FABD2F"/>
                    </a:solidFill>
                  </a:tcPr>
                </a:tc>
                <a:extLst>
                  <a:ext uri="{0D108BD9-81ED-4DB2-BD59-A6C34878D82A}">
                    <a16:rowId xmlns:a16="http://schemas.microsoft.com/office/drawing/2014/main" val="3305262491"/>
                  </a:ext>
                </a:extLst>
              </a:tr>
              <a:tr h="227581">
                <a:tc vMerge="1">
                  <a:txBody>
                    <a:bodyPr/>
                    <a:lstStyle/>
                    <a:p>
                      <a:endParaRPr lang="en-US"/>
                    </a:p>
                  </a:txBody>
                  <a:tcPr/>
                </a:tc>
                <a:tc>
                  <a:txBody>
                    <a:bodyPr/>
                    <a:lstStyle/>
                    <a:p>
                      <a:pPr algn="l" fontAlgn="b"/>
                      <a:r>
                        <a:rPr lang="en-US" sz="1400" u="none" strike="noStrike" dirty="0">
                          <a:effectLst/>
                        </a:rPr>
                        <a:t>Saviynt Application Setup in Environment</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u="none" strike="noStrike" dirty="0">
                          <a:effectLst/>
                        </a:rPr>
                        <a:t>R, A, C</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r>
                        <a:rPr lang="en-US" sz="1400" u="none" strike="noStrike" dirty="0">
                          <a:effectLst/>
                        </a:rPr>
                        <a:t>I,A</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509069997"/>
                  </a:ext>
                </a:extLst>
              </a:tr>
              <a:tr h="227581">
                <a:tc vMerge="1">
                  <a:txBody>
                    <a:bodyPr/>
                    <a:lstStyle/>
                    <a:p>
                      <a:endParaRPr lang="en-US"/>
                    </a:p>
                  </a:txBody>
                  <a:tcPr/>
                </a:tc>
                <a:tc>
                  <a:txBody>
                    <a:bodyPr/>
                    <a:lstStyle/>
                    <a:p>
                      <a:pPr algn="l" fontAlgn="b"/>
                      <a:r>
                        <a:rPr lang="en-US" sz="1400" u="none" strike="noStrike">
                          <a:effectLst/>
                        </a:rPr>
                        <a:t>Requirement Definition</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u="none" strike="noStrike" dirty="0">
                          <a:effectLst/>
                        </a:rPr>
                        <a:t>C, 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dirty="0">
                          <a:effectLst/>
                        </a:rPr>
                        <a:t>R,A</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1782141"/>
                  </a:ext>
                </a:extLst>
              </a:tr>
              <a:tr h="227581">
                <a:tc vMerge="1">
                  <a:txBody>
                    <a:bodyPr/>
                    <a:lstStyle/>
                    <a:p>
                      <a:endParaRPr lang="en-US"/>
                    </a:p>
                  </a:txBody>
                  <a:tcPr/>
                </a:tc>
                <a:tc>
                  <a:txBody>
                    <a:bodyPr/>
                    <a:lstStyle/>
                    <a:p>
                      <a:pPr algn="l" fontAlgn="b"/>
                      <a:r>
                        <a:rPr lang="en-US" sz="1400" u="none" strike="noStrike">
                          <a:effectLst/>
                        </a:rPr>
                        <a:t>Architecture and Design</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R,A</a:t>
                      </a:r>
                    </a:p>
                  </a:txBody>
                  <a:tcPr marL="9525" marR="9525" marT="9525" marB="0" anchor="ctr">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C,I,A</a:t>
                      </a:r>
                    </a:p>
                  </a:txBody>
                  <a:tcPr marL="9525" marR="9525" marT="9525" marB="0" anchor="ctr">
                    <a:solidFill>
                      <a:schemeClr val="bg1"/>
                    </a:solidFill>
                  </a:tcPr>
                </a:tc>
                <a:extLst>
                  <a:ext uri="{0D108BD9-81ED-4DB2-BD59-A6C34878D82A}">
                    <a16:rowId xmlns:a16="http://schemas.microsoft.com/office/drawing/2014/main" val="1877965824"/>
                  </a:ext>
                </a:extLst>
              </a:tr>
              <a:tr h="227581">
                <a:tc vMerge="1">
                  <a:txBody>
                    <a:bodyPr/>
                    <a:lstStyle/>
                    <a:p>
                      <a:endParaRPr lang="en-US"/>
                    </a:p>
                  </a:txBody>
                  <a:tcPr/>
                </a:tc>
                <a:tc>
                  <a:txBody>
                    <a:bodyPr/>
                    <a:lstStyle/>
                    <a:p>
                      <a:pPr algn="l" fontAlgn="b"/>
                      <a:r>
                        <a:rPr lang="en-US" sz="1400" u="none" strike="noStrike">
                          <a:effectLst/>
                        </a:rPr>
                        <a:t>Saviynt Configuration (Connectors, Workflows, tasks, jobs, Bootstrapping, policies, etc.)</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b="0" i="0" u="none" strike="noStrike" dirty="0">
                          <a:solidFill>
                            <a:srgbClr val="000000"/>
                          </a:solidFill>
                          <a:effectLst/>
                          <a:latin typeface="Calibri" panose="020F0502020204030204" pitchFamily="34" charset="0"/>
                        </a:rPr>
                        <a:t>R,A</a:t>
                      </a:r>
                    </a:p>
                  </a:txBody>
                  <a:tcPr marL="9525" marR="9525" marT="9525" marB="0" anchor="ctr"/>
                </a:tc>
                <a:tc>
                  <a:txBody>
                    <a:bodyPr/>
                    <a:lstStyle/>
                    <a:p>
                      <a:pPr algn="ctr" fontAlgn="ctr"/>
                      <a:r>
                        <a:rPr lang="en-US" sz="1400" b="0" i="0" u="none" strike="noStrike" dirty="0">
                          <a:solidFill>
                            <a:srgbClr val="000000"/>
                          </a:solidFill>
                          <a:effectLst/>
                          <a:latin typeface="Calibri" panose="020F0502020204030204" pitchFamily="34" charset="0"/>
                        </a:rPr>
                        <a:t>C,I,A</a:t>
                      </a:r>
                    </a:p>
                  </a:txBody>
                  <a:tcPr marL="9525" marR="9525" marT="9525" marB="0" anchor="ctr"/>
                </a:tc>
                <a:extLst>
                  <a:ext uri="{0D108BD9-81ED-4DB2-BD59-A6C34878D82A}">
                    <a16:rowId xmlns:a16="http://schemas.microsoft.com/office/drawing/2014/main" val="1786302994"/>
                  </a:ext>
                </a:extLst>
              </a:tr>
              <a:tr h="227581">
                <a:tc vMerge="1">
                  <a:txBody>
                    <a:bodyPr/>
                    <a:lstStyle/>
                    <a:p>
                      <a:endParaRPr lang="en-US"/>
                    </a:p>
                  </a:txBody>
                  <a:tcPr/>
                </a:tc>
                <a:tc>
                  <a:txBody>
                    <a:bodyPr/>
                    <a:lstStyle/>
                    <a:p>
                      <a:pPr algn="l" fontAlgn="b"/>
                      <a:r>
                        <a:rPr lang="en-US" sz="1400" u="none" strike="noStrike" dirty="0">
                          <a:effectLst/>
                        </a:rPr>
                        <a:t>Data Setup in Saviynt (Users, Accounts, Policies, UserGroups, Roles, etc.)</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A</a:t>
                      </a:r>
                    </a:p>
                  </a:txBody>
                  <a:tcPr marL="9525" marR="9525" marT="9525" marB="0" anchor="ctr">
                    <a:solidFill>
                      <a:schemeClr val="bg1"/>
                    </a:solidFill>
                  </a:tcPr>
                </a:tc>
                <a:tc>
                  <a:txBody>
                    <a:bodyPr/>
                    <a:lstStyle/>
                    <a:p>
                      <a:pPr algn="ctr" fontAlgn="ctr"/>
                      <a:r>
                        <a:rPr lang="en-US" sz="1400" u="none" strike="noStrike" dirty="0">
                          <a:effectLst/>
                        </a:rPr>
                        <a:t>R</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1843846678"/>
                  </a:ext>
                </a:extLst>
              </a:tr>
              <a:tr h="218911">
                <a:tc vMerge="1">
                  <a:txBody>
                    <a:bodyPr/>
                    <a:lstStyle/>
                    <a:p>
                      <a:endParaRPr lang="en-US"/>
                    </a:p>
                  </a:txBody>
                  <a:tcPr/>
                </a:tc>
                <a:tc>
                  <a:txBody>
                    <a:bodyPr/>
                    <a:lstStyle/>
                    <a:p>
                      <a:pPr algn="l" fontAlgn="b"/>
                      <a:r>
                        <a:rPr lang="en-US" sz="1400" u="none" strike="noStrike" dirty="0">
                          <a:effectLst/>
                        </a:rPr>
                        <a:t>UI Changes</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u="none" strike="noStrike">
                          <a:effectLst/>
                        </a:rPr>
                        <a:t>R</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dirty="0">
                          <a:effectLst/>
                        </a:rPr>
                        <a:t>I</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21414537"/>
                  </a:ext>
                </a:extLst>
              </a:tr>
              <a:tr h="227581">
                <a:tc vMerge="1">
                  <a:txBody>
                    <a:bodyPr/>
                    <a:lstStyle/>
                    <a:p>
                      <a:endParaRPr lang="en-US"/>
                    </a:p>
                  </a:txBody>
                  <a:tcPr/>
                </a:tc>
                <a:tc>
                  <a:txBody>
                    <a:bodyPr/>
                    <a:lstStyle/>
                    <a:p>
                      <a:pPr algn="l" fontAlgn="b"/>
                      <a:r>
                        <a:rPr lang="en-US" sz="1400" u="none" strike="noStrike" dirty="0">
                          <a:effectLst/>
                        </a:rPr>
                        <a:t>Connections to Upstream/downstream applications</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R</a:t>
                      </a:r>
                    </a:p>
                  </a:txBody>
                  <a:tcPr marL="9525" marR="9525" marT="9525" marB="0" anchor="ctr">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C,I,A</a:t>
                      </a:r>
                    </a:p>
                  </a:txBody>
                  <a:tcPr marL="9525" marR="9525" marT="9525" marB="0" anchor="ctr">
                    <a:solidFill>
                      <a:schemeClr val="bg1"/>
                    </a:solidFill>
                  </a:tcPr>
                </a:tc>
                <a:extLst>
                  <a:ext uri="{0D108BD9-81ED-4DB2-BD59-A6C34878D82A}">
                    <a16:rowId xmlns:a16="http://schemas.microsoft.com/office/drawing/2014/main" val="3494637490"/>
                  </a:ext>
                </a:extLst>
              </a:tr>
              <a:tr h="227581">
                <a:tc vMerge="1">
                  <a:txBody>
                    <a:bodyPr/>
                    <a:lstStyle/>
                    <a:p>
                      <a:endParaRPr lang="en-US"/>
                    </a:p>
                  </a:txBody>
                  <a:tcPr/>
                </a:tc>
                <a:tc>
                  <a:txBody>
                    <a:bodyPr/>
                    <a:lstStyle/>
                    <a:p>
                      <a:pPr algn="l" fontAlgn="b"/>
                      <a:r>
                        <a:rPr lang="en-US" sz="1400" u="none" strike="noStrike" dirty="0">
                          <a:effectLst/>
                        </a:rPr>
                        <a:t>Application and workloads on-boarding</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b="0" i="0" u="none" strike="noStrike" dirty="0">
                          <a:solidFill>
                            <a:srgbClr val="000000"/>
                          </a:solidFill>
                          <a:effectLst/>
                          <a:latin typeface="Calibri" panose="020F0502020204030204" pitchFamily="34" charset="0"/>
                        </a:rPr>
                        <a:t>R</a:t>
                      </a:r>
                    </a:p>
                  </a:txBody>
                  <a:tcPr marL="9525" marR="9525" marT="9525" marB="0" anchor="ctr"/>
                </a:tc>
                <a:tc>
                  <a:txBody>
                    <a:bodyPr/>
                    <a:lstStyle/>
                    <a:p>
                      <a:pPr algn="ctr" fontAlgn="ctr"/>
                      <a:r>
                        <a:rPr lang="en-US" sz="1400" b="0" i="0" u="none" strike="noStrike" dirty="0">
                          <a:solidFill>
                            <a:srgbClr val="000000"/>
                          </a:solidFill>
                          <a:effectLst/>
                          <a:latin typeface="Calibri" panose="020F0502020204030204" pitchFamily="34" charset="0"/>
                        </a:rPr>
                        <a:t>A,C,I</a:t>
                      </a:r>
                    </a:p>
                  </a:txBody>
                  <a:tcPr marL="9525" marR="9525" marT="9525" marB="0" anchor="ctr"/>
                </a:tc>
                <a:extLst>
                  <a:ext uri="{0D108BD9-81ED-4DB2-BD59-A6C34878D82A}">
                    <a16:rowId xmlns:a16="http://schemas.microsoft.com/office/drawing/2014/main" val="3037541841"/>
                  </a:ext>
                </a:extLst>
              </a:tr>
              <a:tr h="218911">
                <a:tc vMerge="1">
                  <a:txBody>
                    <a:bodyPr/>
                    <a:lstStyle/>
                    <a:p>
                      <a:endParaRPr lang="en-US"/>
                    </a:p>
                  </a:txBody>
                  <a:tcPr/>
                </a:tc>
                <a:tc>
                  <a:txBody>
                    <a:bodyPr/>
                    <a:lstStyle/>
                    <a:p>
                      <a:pPr algn="l" fontAlgn="b"/>
                      <a:r>
                        <a:rPr lang="en-US" sz="1400" u="none" strike="noStrike">
                          <a:effectLst/>
                        </a:rPr>
                        <a:t>Project Management</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C</a:t>
                      </a:r>
                    </a:p>
                  </a:txBody>
                  <a:tcPr marL="9525" marR="9525" marT="9525" marB="0" anchor="ctr">
                    <a:solidFill>
                      <a:schemeClr val="bg1"/>
                    </a:solidFill>
                  </a:tcPr>
                </a:tc>
                <a:tc>
                  <a:txBody>
                    <a:bodyPr/>
                    <a:lstStyle/>
                    <a:p>
                      <a:pPr algn="ctr" fontAlgn="ctr"/>
                      <a:r>
                        <a:rPr lang="en-US" sz="1400" u="none" strike="noStrike">
                          <a:effectLst/>
                        </a:rPr>
                        <a:t>R, A</a:t>
                      </a:r>
                      <a:endParaRPr lang="en-US" sz="1400" b="0" i="0" u="none" strike="noStrike">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1264123500"/>
                  </a:ext>
                </a:extLst>
              </a:tr>
              <a:tr h="227581">
                <a:tc vMerge="1">
                  <a:txBody>
                    <a:bodyPr/>
                    <a:lstStyle/>
                    <a:p>
                      <a:endParaRPr lang="en-US"/>
                    </a:p>
                  </a:txBody>
                  <a:tcPr/>
                </a:tc>
                <a:tc>
                  <a:txBody>
                    <a:bodyPr/>
                    <a:lstStyle/>
                    <a:p>
                      <a:pPr algn="l" fontAlgn="b"/>
                      <a:r>
                        <a:rPr lang="en-US" sz="1400" u="none" strike="noStrike" dirty="0">
                          <a:effectLst/>
                        </a:rPr>
                        <a:t>Quality Assurance</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b="0" i="0" u="none" strike="noStrike" dirty="0">
                          <a:solidFill>
                            <a:srgbClr val="000000"/>
                          </a:solidFill>
                          <a:effectLst/>
                          <a:latin typeface="Calibri" panose="020F0502020204030204" pitchFamily="34" charset="0"/>
                        </a:rPr>
                        <a:t>R</a:t>
                      </a:r>
                    </a:p>
                  </a:txBody>
                  <a:tcPr marL="9525" marR="9525" marT="9525" marB="0" anchor="ctr"/>
                </a:tc>
                <a:tc>
                  <a:txBody>
                    <a:bodyPr/>
                    <a:lstStyle/>
                    <a:p>
                      <a:pPr algn="ctr" fontAlgn="ctr"/>
                      <a:r>
                        <a:rPr lang="en-US" sz="1400" u="none" strike="noStrike" dirty="0">
                          <a:effectLst/>
                        </a:rPr>
                        <a:t>R</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55240864"/>
                  </a:ext>
                </a:extLst>
              </a:tr>
              <a:tr h="218911">
                <a:tc vMerge="1">
                  <a:txBody>
                    <a:bodyPr/>
                    <a:lstStyle/>
                    <a:p>
                      <a:endParaRPr lang="en-US"/>
                    </a:p>
                  </a:txBody>
                  <a:tcPr/>
                </a:tc>
                <a:tc>
                  <a:txBody>
                    <a:bodyPr/>
                    <a:lstStyle/>
                    <a:p>
                      <a:pPr algn="l" fontAlgn="b"/>
                      <a:r>
                        <a:rPr lang="en-US" sz="1400" u="none" strike="noStrike">
                          <a:effectLst/>
                        </a:rPr>
                        <a:t>Environment Configurations (Platform)</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u="none" strike="noStrike" dirty="0">
                          <a:effectLst/>
                        </a:rPr>
                        <a:t>R</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r>
                        <a:rPr lang="en-US" sz="1400" u="none" strike="noStrike" dirty="0">
                          <a:effectLst/>
                        </a:rPr>
                        <a:t>I</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extLst>
                  <a:ext uri="{0D108BD9-81ED-4DB2-BD59-A6C34878D82A}">
                    <a16:rowId xmlns:a16="http://schemas.microsoft.com/office/drawing/2014/main" val="2330719398"/>
                  </a:ext>
                </a:extLst>
              </a:tr>
              <a:tr h="227581">
                <a:tc vMerge="1">
                  <a:txBody>
                    <a:bodyPr/>
                    <a:lstStyle/>
                    <a:p>
                      <a:endParaRPr lang="en-US"/>
                    </a:p>
                  </a:txBody>
                  <a:tcPr/>
                </a:tc>
                <a:tc>
                  <a:txBody>
                    <a:bodyPr/>
                    <a:lstStyle/>
                    <a:p>
                      <a:pPr algn="l" fontAlgn="b"/>
                      <a:r>
                        <a:rPr lang="en-US" sz="1400" u="none" strike="noStrike">
                          <a:effectLst/>
                        </a:rPr>
                        <a:t>Performance Optimization and Tuning</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u="none" strike="noStrike" dirty="0">
                          <a:effectLst/>
                        </a:rPr>
                        <a:t>R</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dirty="0">
                          <a:effectLst/>
                        </a:rPr>
                        <a:t>I</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6079923"/>
                  </a:ext>
                </a:extLst>
              </a:tr>
              <a:tr h="227581">
                <a:tc vMerge="1">
                  <a:txBody>
                    <a:bodyPr/>
                    <a:lstStyle/>
                    <a:p>
                      <a:endParaRPr lang="en-US"/>
                    </a:p>
                  </a:txBody>
                  <a:tcPr/>
                </a:tc>
                <a:tc>
                  <a:txBody>
                    <a:bodyPr/>
                    <a:lstStyle/>
                    <a:p>
                      <a:pPr algn="l" fontAlgn="b"/>
                      <a:r>
                        <a:rPr lang="en-US" sz="1400" b="1" u="none" strike="noStrike">
                          <a:effectLst/>
                        </a:rPr>
                        <a:t>Roll Out</a:t>
                      </a:r>
                      <a:endParaRPr lang="en-US" sz="1400" b="1" i="0" u="none" strike="noStrike" dirty="0">
                        <a:solidFill>
                          <a:srgbClr val="000000"/>
                        </a:solidFill>
                        <a:effectLst/>
                        <a:latin typeface="Calibri" panose="020F0502020204030204" pitchFamily="34" charset="0"/>
                      </a:endParaRPr>
                    </a:p>
                  </a:txBody>
                  <a:tcPr marL="9525" marR="9525" marT="9525" marB="0" anchor="b">
                    <a:solidFill>
                      <a:srgbClr val="FABD2F"/>
                    </a:solidFill>
                  </a:tcPr>
                </a:tc>
                <a:tc>
                  <a:txBody>
                    <a:bodyPr/>
                    <a:lstStyle/>
                    <a:p>
                      <a:pPr algn="ctr"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FABD2F"/>
                    </a:solidFill>
                  </a:tcPr>
                </a:tc>
                <a:tc>
                  <a:txBody>
                    <a:bodyPr/>
                    <a:lstStyle/>
                    <a:p>
                      <a:pPr algn="ctr"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FABD2F"/>
                    </a:solidFill>
                  </a:tcPr>
                </a:tc>
                <a:extLst>
                  <a:ext uri="{0D108BD9-81ED-4DB2-BD59-A6C34878D82A}">
                    <a16:rowId xmlns:a16="http://schemas.microsoft.com/office/drawing/2014/main" val="415326856"/>
                  </a:ext>
                </a:extLst>
              </a:tr>
              <a:tr h="227581">
                <a:tc vMerge="1">
                  <a:txBody>
                    <a:bodyPr/>
                    <a:lstStyle/>
                    <a:p>
                      <a:endParaRPr lang="en-US"/>
                    </a:p>
                  </a:txBody>
                  <a:tcPr/>
                </a:tc>
                <a:tc>
                  <a:txBody>
                    <a:bodyPr/>
                    <a:lstStyle/>
                    <a:p>
                      <a:pPr algn="l" fontAlgn="b"/>
                      <a:r>
                        <a:rPr lang="en-US" sz="1400" u="none" strike="noStrike" dirty="0">
                          <a:effectLst/>
                        </a:rPr>
                        <a:t>Migration of configuration across environments (Dev-to-prod)</a:t>
                      </a:r>
                      <a:endParaRPr lang="en-US" sz="14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R</a:t>
                      </a:r>
                    </a:p>
                  </a:txBody>
                  <a:tcPr marL="9525" marR="9525" marT="9525" marB="0" anchor="ctr">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C,I</a:t>
                      </a:r>
                    </a:p>
                  </a:txBody>
                  <a:tcPr marL="9525" marR="9525" marT="9525" marB="0" anchor="ctr">
                    <a:solidFill>
                      <a:schemeClr val="bg1"/>
                    </a:solidFill>
                  </a:tcPr>
                </a:tc>
                <a:extLst>
                  <a:ext uri="{0D108BD9-81ED-4DB2-BD59-A6C34878D82A}">
                    <a16:rowId xmlns:a16="http://schemas.microsoft.com/office/drawing/2014/main" val="4106582563"/>
                  </a:ext>
                </a:extLst>
              </a:tr>
              <a:tr h="227581">
                <a:tc vMerge="1">
                  <a:txBody>
                    <a:bodyPr/>
                    <a:lstStyle/>
                    <a:p>
                      <a:endParaRPr lang="en-US"/>
                    </a:p>
                  </a:txBody>
                  <a:tcPr/>
                </a:tc>
                <a:tc>
                  <a:txBody>
                    <a:bodyPr/>
                    <a:lstStyle/>
                    <a:p>
                      <a:pPr algn="l" fontAlgn="b"/>
                      <a:r>
                        <a:rPr lang="en-US" sz="1400" u="none" strike="noStrike" dirty="0">
                          <a:effectLst/>
                        </a:rPr>
                        <a:t>Data Migration/Bootstrap/PAM-Policies</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1400" b="0" i="0" u="none" strike="noStrike" dirty="0">
                          <a:solidFill>
                            <a:srgbClr val="000000"/>
                          </a:solidFill>
                          <a:effectLst/>
                          <a:latin typeface="Calibri" panose="020F0502020204030204" pitchFamily="34" charset="0"/>
                        </a:rPr>
                        <a:t>R</a:t>
                      </a:r>
                    </a:p>
                  </a:txBody>
                  <a:tcPr marL="9525" marR="9525" marT="9525" marB="0" anchor="ctr"/>
                </a:tc>
                <a:tc>
                  <a:txBody>
                    <a:bodyPr/>
                    <a:lstStyle/>
                    <a:p>
                      <a:pPr algn="ctr" fontAlgn="ctr"/>
                      <a:r>
                        <a:rPr lang="en-US" sz="1400" b="0" i="0" u="none" strike="noStrike" dirty="0">
                          <a:solidFill>
                            <a:srgbClr val="000000"/>
                          </a:solidFill>
                          <a:effectLst/>
                          <a:latin typeface="Calibri" panose="020F0502020204030204" pitchFamily="34" charset="0"/>
                        </a:rPr>
                        <a:t>A</a:t>
                      </a:r>
                    </a:p>
                  </a:txBody>
                  <a:tcPr marL="9525" marR="9525" marT="9525" marB="0" anchor="ctr"/>
                </a:tc>
                <a:extLst>
                  <a:ext uri="{0D108BD9-81ED-4DB2-BD59-A6C34878D82A}">
                    <a16:rowId xmlns:a16="http://schemas.microsoft.com/office/drawing/2014/main" val="3423016295"/>
                  </a:ext>
                </a:extLst>
              </a:tr>
            </a:tbl>
          </a:graphicData>
        </a:graphic>
      </p:graphicFrame>
      <p:sp>
        <p:nvSpPr>
          <p:cNvPr id="5" name="TextBox 4">
            <a:extLst>
              <a:ext uri="{FF2B5EF4-FFF2-40B4-BE49-F238E27FC236}">
                <a16:creationId xmlns:a16="http://schemas.microsoft.com/office/drawing/2014/main" id="{7C7E285C-2A04-4E2B-9BE4-BF1D6BCD79C0}"/>
              </a:ext>
            </a:extLst>
          </p:cNvPr>
          <p:cNvSpPr txBox="1"/>
          <p:nvPr/>
        </p:nvSpPr>
        <p:spPr>
          <a:xfrm>
            <a:off x="320879" y="877476"/>
            <a:ext cx="102744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Avenir Next LT Pro" panose="02020404030301010803"/>
                <a:ea typeface="+mn-ea"/>
                <a:cs typeface="+mn-cs"/>
              </a:rPr>
              <a:t>R – Responsible | A - Accountable | C - Consulted | I - Informed  </a:t>
            </a:r>
          </a:p>
        </p:txBody>
      </p:sp>
    </p:spTree>
    <p:extLst>
      <p:ext uri="{BB962C8B-B14F-4D97-AF65-F5344CB8AC3E}">
        <p14:creationId xmlns:p14="http://schemas.microsoft.com/office/powerpoint/2010/main" val="346400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2BB8BA90-AF8F-4575-A95E-1D7496075C7B}"/>
              </a:ext>
            </a:extLst>
          </p:cNvPr>
          <p:cNvSpPr txBox="1">
            <a:spLocks/>
          </p:cNvSpPr>
          <p:nvPr/>
        </p:nvSpPr>
        <p:spPr>
          <a:xfrm>
            <a:off x="375157" y="202320"/>
            <a:ext cx="11441684" cy="523220"/>
          </a:xfrm>
          <a:prstGeom prst="rect">
            <a:avLst/>
          </a:prstGeom>
        </p:spPr>
        <p:txBody>
          <a:bodyPr vert="horz" wrap="square" lIns="0" tIns="0" rIns="0" bIns="0" rtlCol="0" anchor="ctr" anchorCtr="0">
            <a:normAutofit fontScale="92500" lnSpcReduction="10000"/>
          </a:bodyPr>
          <a:lstStyle>
            <a:lvl1pPr algn="l" defTabSz="914400" rtl="0" eaLnBrk="1" latinLnBrk="0" hangingPunct="1">
              <a:lnSpc>
                <a:spcPct val="100000"/>
              </a:lnSpc>
              <a:spcBef>
                <a:spcPct val="0"/>
              </a:spcBef>
              <a:buNone/>
              <a:defRPr lang="en-US" sz="4000" i="0" kern="1200" cap="none" spc="0" baseline="0" dirty="0">
                <a:solidFill>
                  <a:srgbClr val="F7941D"/>
                </a:solidFill>
                <a:effectLst/>
                <a:latin typeface="Rubik Light" panose="00000400000000000000" pitchFamily="2" charset="-79"/>
                <a:ea typeface="+mn-ea"/>
                <a:cs typeface="Rubik Light" panose="00000400000000000000" pitchFamily="2" charset="-79"/>
              </a:defRPr>
            </a:lvl1pPr>
          </a:lstStyle>
          <a:p>
            <a:endParaRPr lang="en-US">
              <a:solidFill>
                <a:srgbClr val="FABD2F"/>
              </a:solidFill>
            </a:endParaRPr>
          </a:p>
        </p:txBody>
      </p:sp>
      <p:sp>
        <p:nvSpPr>
          <p:cNvPr id="31" name="TextBox 30">
            <a:extLst>
              <a:ext uri="{FF2B5EF4-FFF2-40B4-BE49-F238E27FC236}">
                <a16:creationId xmlns:a16="http://schemas.microsoft.com/office/drawing/2014/main" id="{4E816A24-B7C6-40A5-9C45-E9144D86FBC7}"/>
              </a:ext>
            </a:extLst>
          </p:cNvPr>
          <p:cNvSpPr txBox="1"/>
          <p:nvPr/>
        </p:nvSpPr>
        <p:spPr>
          <a:xfrm>
            <a:off x="542937" y="3580187"/>
            <a:ext cx="2300958" cy="1851789"/>
          </a:xfrm>
          <a:prstGeom prst="rect">
            <a:avLst/>
          </a:prstGeom>
          <a:noFill/>
        </p:spPr>
        <p:txBody>
          <a:bodyPr wrap="square" lIns="0" tIns="0" rIns="0" bIns="0" rtlCol="0">
            <a:spAutoFit/>
          </a:bodyPr>
          <a:lstStyle/>
          <a:p>
            <a:pPr marL="285750" indent="-285750" defTabSz="685800">
              <a:spcAft>
                <a:spcPts val="450"/>
              </a:spcAft>
              <a:buFont typeface="Arial" panose="020B0604020202020204" pitchFamily="34" charset="0"/>
              <a:buChar char="•"/>
              <a:defRPr/>
            </a:pPr>
            <a:r>
              <a:rPr lang="en-US" sz="1600" dirty="0">
                <a:solidFill>
                  <a:srgbClr val="FFFFFF"/>
                </a:solidFill>
                <a:ea typeface="Verdana" panose="020B0604030504040204" pitchFamily="34" charset="0"/>
              </a:rPr>
              <a:t>SOW sign-off</a:t>
            </a:r>
          </a:p>
          <a:p>
            <a:pPr marL="285750" indent="-285750" algn="ctr" defTabSz="685800">
              <a:spcAft>
                <a:spcPts val="450"/>
              </a:spcAft>
              <a:buFont typeface="Arial" panose="020B0604020202020204" pitchFamily="34" charset="0"/>
              <a:buChar char="•"/>
              <a:defRPr/>
            </a:pPr>
            <a:endParaRPr lang="en-US" sz="1600" dirty="0">
              <a:solidFill>
                <a:srgbClr val="FFFFFF"/>
              </a:solidFill>
              <a:ea typeface="Verdana" panose="020B0604030504040204" pitchFamily="34" charset="0"/>
            </a:endParaRPr>
          </a:p>
          <a:p>
            <a:pPr marL="285750" indent="-285750" defTabSz="685800">
              <a:spcAft>
                <a:spcPts val="450"/>
              </a:spcAft>
              <a:buFont typeface="Arial" panose="020B0604020202020204" pitchFamily="34" charset="0"/>
              <a:buChar char="•"/>
              <a:defRPr/>
            </a:pPr>
            <a:r>
              <a:rPr lang="en-US" sz="1600" dirty="0">
                <a:solidFill>
                  <a:srgbClr val="FFFFFF"/>
                </a:solidFill>
                <a:ea typeface="Verdana" panose="020B0604030504040204" pitchFamily="34" charset="0"/>
              </a:rPr>
              <a:t>Identify and share key point of contacts (POCs) to facilitate discovery and implementation</a:t>
            </a:r>
            <a:endParaRPr lang="en-US" sz="1600" dirty="0">
              <a:solidFill>
                <a:schemeClr val="bg1"/>
              </a:solidFill>
              <a:ea typeface="Verdana" panose="020B0604030504040204" pitchFamily="34" charset="0"/>
              <a:cs typeface="Arial" pitchFamily="34" charset="0"/>
            </a:endParaRPr>
          </a:p>
        </p:txBody>
      </p:sp>
      <p:sp>
        <p:nvSpPr>
          <p:cNvPr id="36" name="TextBox 35">
            <a:extLst>
              <a:ext uri="{FF2B5EF4-FFF2-40B4-BE49-F238E27FC236}">
                <a16:creationId xmlns:a16="http://schemas.microsoft.com/office/drawing/2014/main" id="{79228E8E-A5E4-478E-8AEF-340F556DFA42}"/>
              </a:ext>
            </a:extLst>
          </p:cNvPr>
          <p:cNvSpPr txBox="1"/>
          <p:nvPr/>
        </p:nvSpPr>
        <p:spPr>
          <a:xfrm>
            <a:off x="3528015" y="3630022"/>
            <a:ext cx="2300958" cy="984885"/>
          </a:xfrm>
          <a:prstGeom prst="rect">
            <a:avLst/>
          </a:prstGeom>
          <a:noFill/>
        </p:spPr>
        <p:txBody>
          <a:bodyPr wrap="square" lIns="0" tIns="0" rIns="0" bIns="0" rtlCol="0">
            <a:spAutoFit/>
          </a:bodyPr>
          <a:lstStyle/>
          <a:p>
            <a:pPr marL="285750" indent="-285750" defTabSz="685800">
              <a:spcAft>
                <a:spcPts val="450"/>
              </a:spcAft>
              <a:buFont typeface="Arial" panose="020B0604020202020204" pitchFamily="34" charset="0"/>
              <a:buChar char="•"/>
              <a:defRPr/>
            </a:pPr>
            <a:r>
              <a:rPr lang="en-US" sz="1600" dirty="0">
                <a:solidFill>
                  <a:srgbClr val="FFFFFF"/>
                </a:solidFill>
                <a:ea typeface="Verdana" panose="020B0604030504040204" pitchFamily="34" charset="0"/>
              </a:rPr>
              <a:t>Prepare requirement gathering artifacts, templates for solution design</a:t>
            </a:r>
          </a:p>
        </p:txBody>
      </p:sp>
      <p:sp>
        <p:nvSpPr>
          <p:cNvPr id="2" name="Title 1">
            <a:extLst>
              <a:ext uri="{FF2B5EF4-FFF2-40B4-BE49-F238E27FC236}">
                <a16:creationId xmlns:a16="http://schemas.microsoft.com/office/drawing/2014/main" id="{B76483E2-DF88-41B0-AC00-72519A4FA0DA}"/>
              </a:ext>
            </a:extLst>
          </p:cNvPr>
          <p:cNvSpPr>
            <a:spLocks noGrp="1"/>
          </p:cNvSpPr>
          <p:nvPr>
            <p:ph type="title"/>
          </p:nvPr>
        </p:nvSpPr>
        <p:spPr/>
        <p:txBody>
          <a:bodyPr/>
          <a:lstStyle/>
          <a:p>
            <a:r>
              <a:rPr lang="en-IN"/>
              <a:t>Key Action Items (Next Steps)</a:t>
            </a:r>
          </a:p>
        </p:txBody>
      </p:sp>
      <p:sp>
        <p:nvSpPr>
          <p:cNvPr id="3" name="TextBox 2">
            <a:extLst>
              <a:ext uri="{FF2B5EF4-FFF2-40B4-BE49-F238E27FC236}">
                <a16:creationId xmlns:a16="http://schemas.microsoft.com/office/drawing/2014/main" id="{9D3ACB4E-25BF-456B-A496-950951BA1191}"/>
              </a:ext>
            </a:extLst>
          </p:cNvPr>
          <p:cNvSpPr txBox="1"/>
          <p:nvPr/>
        </p:nvSpPr>
        <p:spPr>
          <a:xfrm>
            <a:off x="1236216" y="1914941"/>
            <a:ext cx="914400" cy="830997"/>
          </a:xfrm>
          <a:prstGeom prst="rect">
            <a:avLst/>
          </a:prstGeom>
          <a:noFill/>
        </p:spPr>
        <p:txBody>
          <a:bodyPr wrap="square" lIns="0" tIns="0" rIns="0" bIns="0" rtlCol="0">
            <a:spAutoFit/>
          </a:bodyPr>
          <a:lstStyle/>
          <a:p>
            <a:pPr algn="ctr"/>
            <a:r>
              <a:rPr lang="en-IN" sz="5400">
                <a:solidFill>
                  <a:schemeClr val="bg1"/>
                </a:solidFill>
                <a:latin typeface="Montserrat Black" panose="00000A00000000000000" pitchFamily="2" charset="0"/>
              </a:rPr>
              <a:t>01</a:t>
            </a:r>
          </a:p>
        </p:txBody>
      </p:sp>
      <p:sp>
        <p:nvSpPr>
          <p:cNvPr id="16" name="TextBox 15">
            <a:extLst>
              <a:ext uri="{FF2B5EF4-FFF2-40B4-BE49-F238E27FC236}">
                <a16:creationId xmlns:a16="http://schemas.microsoft.com/office/drawing/2014/main" id="{C468C2F4-C314-4973-9608-C3F1A4C1C02A}"/>
              </a:ext>
            </a:extLst>
          </p:cNvPr>
          <p:cNvSpPr txBox="1"/>
          <p:nvPr/>
        </p:nvSpPr>
        <p:spPr>
          <a:xfrm>
            <a:off x="4171272" y="1914941"/>
            <a:ext cx="914400" cy="830997"/>
          </a:xfrm>
          <a:prstGeom prst="rect">
            <a:avLst/>
          </a:prstGeom>
          <a:noFill/>
        </p:spPr>
        <p:txBody>
          <a:bodyPr wrap="square" lIns="0" tIns="0" rIns="0" bIns="0" rtlCol="0">
            <a:spAutoFit/>
          </a:bodyPr>
          <a:lstStyle/>
          <a:p>
            <a:pPr algn="ctr"/>
            <a:r>
              <a:rPr lang="en-IN" sz="5400">
                <a:solidFill>
                  <a:schemeClr val="bg1"/>
                </a:solidFill>
                <a:latin typeface="Montserrat Black" panose="00000A00000000000000" pitchFamily="2" charset="0"/>
              </a:rPr>
              <a:t>02</a:t>
            </a:r>
          </a:p>
        </p:txBody>
      </p:sp>
      <p:sp>
        <p:nvSpPr>
          <p:cNvPr id="17" name="TextBox 16">
            <a:extLst>
              <a:ext uri="{FF2B5EF4-FFF2-40B4-BE49-F238E27FC236}">
                <a16:creationId xmlns:a16="http://schemas.microsoft.com/office/drawing/2014/main" id="{5DD4DF74-5363-480D-8FA5-81F5010727C2}"/>
              </a:ext>
            </a:extLst>
          </p:cNvPr>
          <p:cNvSpPr txBox="1"/>
          <p:nvPr/>
        </p:nvSpPr>
        <p:spPr>
          <a:xfrm>
            <a:off x="7106328" y="1914941"/>
            <a:ext cx="914400" cy="830997"/>
          </a:xfrm>
          <a:prstGeom prst="rect">
            <a:avLst/>
          </a:prstGeom>
          <a:noFill/>
        </p:spPr>
        <p:txBody>
          <a:bodyPr wrap="square" lIns="0" tIns="0" rIns="0" bIns="0" rtlCol="0">
            <a:spAutoFit/>
          </a:bodyPr>
          <a:lstStyle/>
          <a:p>
            <a:pPr algn="ctr"/>
            <a:r>
              <a:rPr lang="en-IN" sz="5400">
                <a:solidFill>
                  <a:schemeClr val="bg1"/>
                </a:solidFill>
                <a:latin typeface="Montserrat Black" panose="00000A00000000000000" pitchFamily="2" charset="0"/>
              </a:rPr>
              <a:t>03</a:t>
            </a:r>
          </a:p>
        </p:txBody>
      </p:sp>
      <p:sp>
        <p:nvSpPr>
          <p:cNvPr id="18" name="TextBox 17">
            <a:extLst>
              <a:ext uri="{FF2B5EF4-FFF2-40B4-BE49-F238E27FC236}">
                <a16:creationId xmlns:a16="http://schemas.microsoft.com/office/drawing/2014/main" id="{E68D353F-D9F7-42F9-B5BD-C3F27849DAD4}"/>
              </a:ext>
            </a:extLst>
          </p:cNvPr>
          <p:cNvSpPr txBox="1"/>
          <p:nvPr/>
        </p:nvSpPr>
        <p:spPr>
          <a:xfrm>
            <a:off x="9889184" y="1914941"/>
            <a:ext cx="1218800" cy="830997"/>
          </a:xfrm>
          <a:prstGeom prst="rect">
            <a:avLst/>
          </a:prstGeom>
          <a:noFill/>
        </p:spPr>
        <p:txBody>
          <a:bodyPr wrap="square" lIns="0" tIns="0" rIns="0" bIns="0" rtlCol="0">
            <a:spAutoFit/>
          </a:bodyPr>
          <a:lstStyle/>
          <a:p>
            <a:pPr algn="ctr"/>
            <a:r>
              <a:rPr lang="en-IN" sz="5400">
                <a:solidFill>
                  <a:schemeClr val="bg1"/>
                </a:solidFill>
                <a:latin typeface="Montserrat Black" panose="00000A00000000000000" pitchFamily="2" charset="0"/>
              </a:rPr>
              <a:t>04</a:t>
            </a:r>
          </a:p>
        </p:txBody>
      </p:sp>
      <p:cxnSp>
        <p:nvCxnSpPr>
          <p:cNvPr id="7" name="Straight Arrow Connector 6">
            <a:extLst>
              <a:ext uri="{FF2B5EF4-FFF2-40B4-BE49-F238E27FC236}">
                <a16:creationId xmlns:a16="http://schemas.microsoft.com/office/drawing/2014/main" id="{CBF1F3B5-42CD-435B-B73A-3669690AEA12}"/>
              </a:ext>
            </a:extLst>
          </p:cNvPr>
          <p:cNvCxnSpPr>
            <a:cxnSpLocks/>
          </p:cNvCxnSpPr>
          <p:nvPr/>
        </p:nvCxnSpPr>
        <p:spPr>
          <a:xfrm>
            <a:off x="0" y="3133125"/>
            <a:ext cx="11760200"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3B47360-0776-4F9E-A71C-28B335FAB28E}"/>
              </a:ext>
            </a:extLst>
          </p:cNvPr>
          <p:cNvGrpSpPr/>
          <p:nvPr/>
        </p:nvGrpSpPr>
        <p:grpSpPr>
          <a:xfrm>
            <a:off x="1576536" y="3016247"/>
            <a:ext cx="233760" cy="233758"/>
            <a:chOff x="1130696" y="2578097"/>
            <a:chExt cx="233760" cy="233758"/>
          </a:xfrm>
        </p:grpSpPr>
        <p:sp>
          <p:nvSpPr>
            <p:cNvPr id="10" name="Oval 9">
              <a:extLst>
                <a:ext uri="{FF2B5EF4-FFF2-40B4-BE49-F238E27FC236}">
                  <a16:creationId xmlns:a16="http://schemas.microsoft.com/office/drawing/2014/main" id="{310A84AE-1919-4735-97A0-E839C5481E69}"/>
                </a:ext>
              </a:extLst>
            </p:cNvPr>
            <p:cNvSpPr/>
            <p:nvPr/>
          </p:nvSpPr>
          <p:spPr>
            <a:xfrm>
              <a:off x="1168800" y="2616200"/>
              <a:ext cx="157551" cy="1575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21AEDE9F-3A5A-4B25-A8E7-79EBAA4928C2}"/>
                </a:ext>
              </a:extLst>
            </p:cNvPr>
            <p:cNvSpPr/>
            <p:nvPr/>
          </p:nvSpPr>
          <p:spPr>
            <a:xfrm>
              <a:off x="1197552" y="2644952"/>
              <a:ext cx="100046" cy="100046"/>
            </a:xfrm>
            <a:prstGeom prst="ellipse">
              <a:avLst/>
            </a:prstGeom>
            <a:solidFill>
              <a:srgbClr val="103F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Circle: Hollow 25">
              <a:extLst>
                <a:ext uri="{FF2B5EF4-FFF2-40B4-BE49-F238E27FC236}">
                  <a16:creationId xmlns:a16="http://schemas.microsoft.com/office/drawing/2014/main" id="{FC84BB6A-1461-4868-B135-4E3E9E6AA25D}"/>
                </a:ext>
              </a:extLst>
            </p:cNvPr>
            <p:cNvSpPr/>
            <p:nvPr/>
          </p:nvSpPr>
          <p:spPr>
            <a:xfrm>
              <a:off x="1130696" y="2578097"/>
              <a:ext cx="233760" cy="233758"/>
            </a:xfrm>
            <a:prstGeom prst="donut">
              <a:avLst>
                <a:gd name="adj" fmla="val 51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8" name="Group 27">
            <a:extLst>
              <a:ext uri="{FF2B5EF4-FFF2-40B4-BE49-F238E27FC236}">
                <a16:creationId xmlns:a16="http://schemas.microsoft.com/office/drawing/2014/main" id="{4589F5DD-C019-462E-BB31-44DE1AC94439}"/>
              </a:ext>
            </a:extLst>
          </p:cNvPr>
          <p:cNvGrpSpPr/>
          <p:nvPr/>
        </p:nvGrpSpPr>
        <p:grpSpPr>
          <a:xfrm>
            <a:off x="4511592" y="3016247"/>
            <a:ext cx="233760" cy="233758"/>
            <a:chOff x="1130696" y="2578097"/>
            <a:chExt cx="233760" cy="233758"/>
          </a:xfrm>
        </p:grpSpPr>
        <p:sp>
          <p:nvSpPr>
            <p:cNvPr id="30" name="Oval 29">
              <a:extLst>
                <a:ext uri="{FF2B5EF4-FFF2-40B4-BE49-F238E27FC236}">
                  <a16:creationId xmlns:a16="http://schemas.microsoft.com/office/drawing/2014/main" id="{CB05D86E-56AE-4101-A343-32181FE6D176}"/>
                </a:ext>
              </a:extLst>
            </p:cNvPr>
            <p:cNvSpPr/>
            <p:nvPr/>
          </p:nvSpPr>
          <p:spPr>
            <a:xfrm>
              <a:off x="1168800" y="2616200"/>
              <a:ext cx="157551" cy="1575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5F9E5E3D-AD25-45CA-8539-6927DF3C5437}"/>
                </a:ext>
              </a:extLst>
            </p:cNvPr>
            <p:cNvSpPr/>
            <p:nvPr/>
          </p:nvSpPr>
          <p:spPr>
            <a:xfrm>
              <a:off x="1197552" y="2644952"/>
              <a:ext cx="100046" cy="100046"/>
            </a:xfrm>
            <a:prstGeom prst="ellipse">
              <a:avLst/>
            </a:prstGeom>
            <a:solidFill>
              <a:srgbClr val="103F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Circle: Hollow 36">
              <a:extLst>
                <a:ext uri="{FF2B5EF4-FFF2-40B4-BE49-F238E27FC236}">
                  <a16:creationId xmlns:a16="http://schemas.microsoft.com/office/drawing/2014/main" id="{215B8FEB-65C4-4F90-91C8-DC53054D58A1}"/>
                </a:ext>
              </a:extLst>
            </p:cNvPr>
            <p:cNvSpPr/>
            <p:nvPr/>
          </p:nvSpPr>
          <p:spPr>
            <a:xfrm>
              <a:off x="1130696" y="2578097"/>
              <a:ext cx="233760" cy="233758"/>
            </a:xfrm>
            <a:prstGeom prst="donut">
              <a:avLst>
                <a:gd name="adj" fmla="val 51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0" name="Group 39">
            <a:extLst>
              <a:ext uri="{FF2B5EF4-FFF2-40B4-BE49-F238E27FC236}">
                <a16:creationId xmlns:a16="http://schemas.microsoft.com/office/drawing/2014/main" id="{A604307C-2AEA-4B40-A10B-F64F32B1E345}"/>
              </a:ext>
            </a:extLst>
          </p:cNvPr>
          <p:cNvGrpSpPr/>
          <p:nvPr/>
        </p:nvGrpSpPr>
        <p:grpSpPr>
          <a:xfrm>
            <a:off x="7446648" y="3016247"/>
            <a:ext cx="233760" cy="233758"/>
            <a:chOff x="1130696" y="2578097"/>
            <a:chExt cx="233760" cy="233758"/>
          </a:xfrm>
        </p:grpSpPr>
        <p:sp>
          <p:nvSpPr>
            <p:cNvPr id="41" name="Oval 40">
              <a:extLst>
                <a:ext uri="{FF2B5EF4-FFF2-40B4-BE49-F238E27FC236}">
                  <a16:creationId xmlns:a16="http://schemas.microsoft.com/office/drawing/2014/main" id="{5B09E0D1-F87D-4916-8A90-6BD7293A1A61}"/>
                </a:ext>
              </a:extLst>
            </p:cNvPr>
            <p:cNvSpPr/>
            <p:nvPr/>
          </p:nvSpPr>
          <p:spPr>
            <a:xfrm>
              <a:off x="1168800" y="2616200"/>
              <a:ext cx="157551" cy="1575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7DBF77B9-FADF-4796-971C-4B143A131D45}"/>
                </a:ext>
              </a:extLst>
            </p:cNvPr>
            <p:cNvSpPr/>
            <p:nvPr/>
          </p:nvSpPr>
          <p:spPr>
            <a:xfrm>
              <a:off x="1197552" y="2644952"/>
              <a:ext cx="100046" cy="100046"/>
            </a:xfrm>
            <a:prstGeom prst="ellipse">
              <a:avLst/>
            </a:prstGeom>
            <a:solidFill>
              <a:srgbClr val="103F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Circle: Hollow 45">
              <a:extLst>
                <a:ext uri="{FF2B5EF4-FFF2-40B4-BE49-F238E27FC236}">
                  <a16:creationId xmlns:a16="http://schemas.microsoft.com/office/drawing/2014/main" id="{9A9B1631-375F-47EF-A93D-910CDD98C88F}"/>
                </a:ext>
              </a:extLst>
            </p:cNvPr>
            <p:cNvSpPr/>
            <p:nvPr/>
          </p:nvSpPr>
          <p:spPr>
            <a:xfrm>
              <a:off x="1130696" y="2578097"/>
              <a:ext cx="233760" cy="233758"/>
            </a:xfrm>
            <a:prstGeom prst="donut">
              <a:avLst>
                <a:gd name="adj" fmla="val 51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6400BCA5-0A25-4946-9DE4-43D626BF4CE5}"/>
              </a:ext>
            </a:extLst>
          </p:cNvPr>
          <p:cNvGrpSpPr/>
          <p:nvPr/>
        </p:nvGrpSpPr>
        <p:grpSpPr>
          <a:xfrm>
            <a:off x="10381704" y="3016247"/>
            <a:ext cx="233760" cy="233758"/>
            <a:chOff x="1130696" y="2578097"/>
            <a:chExt cx="233760" cy="233758"/>
          </a:xfrm>
        </p:grpSpPr>
        <p:sp>
          <p:nvSpPr>
            <p:cNvPr id="48" name="Oval 47">
              <a:extLst>
                <a:ext uri="{FF2B5EF4-FFF2-40B4-BE49-F238E27FC236}">
                  <a16:creationId xmlns:a16="http://schemas.microsoft.com/office/drawing/2014/main" id="{59531195-72F3-4016-AA58-20C8E4978750}"/>
                </a:ext>
              </a:extLst>
            </p:cNvPr>
            <p:cNvSpPr/>
            <p:nvPr/>
          </p:nvSpPr>
          <p:spPr>
            <a:xfrm>
              <a:off x="1168800" y="2616200"/>
              <a:ext cx="157551" cy="1575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821CD71-57C5-40C2-A706-56EB307D68E1}"/>
                </a:ext>
              </a:extLst>
            </p:cNvPr>
            <p:cNvSpPr/>
            <p:nvPr/>
          </p:nvSpPr>
          <p:spPr>
            <a:xfrm>
              <a:off x="1197552" y="2644952"/>
              <a:ext cx="100046" cy="100046"/>
            </a:xfrm>
            <a:prstGeom prst="ellipse">
              <a:avLst/>
            </a:prstGeom>
            <a:solidFill>
              <a:srgbClr val="103F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Circle: Hollow 49">
              <a:extLst>
                <a:ext uri="{FF2B5EF4-FFF2-40B4-BE49-F238E27FC236}">
                  <a16:creationId xmlns:a16="http://schemas.microsoft.com/office/drawing/2014/main" id="{86FD84D1-C926-4888-BD5C-C87501A54B3C}"/>
                </a:ext>
              </a:extLst>
            </p:cNvPr>
            <p:cNvSpPr/>
            <p:nvPr/>
          </p:nvSpPr>
          <p:spPr>
            <a:xfrm>
              <a:off x="1130696" y="2578097"/>
              <a:ext cx="233760" cy="233758"/>
            </a:xfrm>
            <a:prstGeom prst="donut">
              <a:avLst>
                <a:gd name="adj" fmla="val 51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19487575-ED80-4056-95DB-5C78E2716B49}"/>
              </a:ext>
            </a:extLst>
          </p:cNvPr>
          <p:cNvSpPr txBox="1"/>
          <p:nvPr/>
        </p:nvSpPr>
        <p:spPr>
          <a:xfrm>
            <a:off x="9398127" y="3624418"/>
            <a:ext cx="2300958" cy="1049005"/>
          </a:xfrm>
          <a:prstGeom prst="rect">
            <a:avLst/>
          </a:prstGeom>
          <a:noFill/>
        </p:spPr>
        <p:txBody>
          <a:bodyPr wrap="square" lIns="0" tIns="0" rIns="0" bIns="0" rtlCol="0">
            <a:spAutoFit/>
          </a:bodyPr>
          <a:lstStyle/>
          <a:p>
            <a:pPr marL="285750" indent="-285750" defTabSz="685800">
              <a:spcAft>
                <a:spcPts val="450"/>
              </a:spcAft>
              <a:buFont typeface="Arial" panose="020B0604020202020204" pitchFamily="34" charset="0"/>
              <a:buChar char="•"/>
              <a:defRPr/>
            </a:pPr>
            <a:r>
              <a:rPr lang="en-US" sz="1600" dirty="0">
                <a:solidFill>
                  <a:schemeClr val="bg1"/>
                </a:solidFill>
                <a:ea typeface="Verdana" panose="020B0604030504040204" pitchFamily="34" charset="0"/>
                <a:cs typeface="Arial" pitchFamily="34" charset="0"/>
              </a:rPr>
              <a:t>Schedule project update cadence meetings</a:t>
            </a:r>
          </a:p>
          <a:p>
            <a:pPr algn="ctr" defTabSz="685800">
              <a:spcAft>
                <a:spcPts val="450"/>
              </a:spcAft>
              <a:defRPr/>
            </a:pPr>
            <a:endParaRPr lang="en-US" sz="1600" dirty="0">
              <a:solidFill>
                <a:srgbClr val="FFFFFF"/>
              </a:solidFill>
              <a:ea typeface="Verdana" panose="020B0604030504040204" pitchFamily="34" charset="0"/>
            </a:endParaRPr>
          </a:p>
        </p:txBody>
      </p:sp>
      <p:sp>
        <p:nvSpPr>
          <p:cNvPr id="32" name="TextBox 31">
            <a:extLst>
              <a:ext uri="{FF2B5EF4-FFF2-40B4-BE49-F238E27FC236}">
                <a16:creationId xmlns:a16="http://schemas.microsoft.com/office/drawing/2014/main" id="{B4EADCC9-D853-4D64-8B09-72FBEA799CD0}"/>
              </a:ext>
            </a:extLst>
          </p:cNvPr>
          <p:cNvSpPr txBox="1"/>
          <p:nvPr/>
        </p:nvSpPr>
        <p:spPr>
          <a:xfrm>
            <a:off x="6491824" y="3630021"/>
            <a:ext cx="2300958" cy="1231106"/>
          </a:xfrm>
          <a:prstGeom prst="rect">
            <a:avLst/>
          </a:prstGeom>
          <a:noFill/>
        </p:spPr>
        <p:txBody>
          <a:bodyPr wrap="square" lIns="0" tIns="0" rIns="0" bIns="0" rtlCol="0">
            <a:spAutoFit/>
          </a:bodyPr>
          <a:lstStyle/>
          <a:p>
            <a:pPr marL="285750" indent="-285750" defTabSz="685800">
              <a:spcAft>
                <a:spcPts val="450"/>
              </a:spcAft>
              <a:buFont typeface="Arial" panose="020B0604020202020204" pitchFamily="34" charset="0"/>
              <a:buChar char="•"/>
              <a:defRPr/>
            </a:pPr>
            <a:r>
              <a:rPr lang="en-US" sz="1600" dirty="0">
                <a:solidFill>
                  <a:srgbClr val="FFFFFF"/>
                </a:solidFill>
                <a:ea typeface="Verdana" panose="020B0604030504040204" pitchFamily="34" charset="0"/>
              </a:rPr>
              <a:t>Plan and schedule all discovery sessions between [CUSTOMER]  and [PARTNER]</a:t>
            </a:r>
          </a:p>
        </p:txBody>
      </p:sp>
    </p:spTree>
    <p:extLst>
      <p:ext uri="{BB962C8B-B14F-4D97-AF65-F5344CB8AC3E}">
        <p14:creationId xmlns:p14="http://schemas.microsoft.com/office/powerpoint/2010/main" val="131179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3A8DFB-5CE5-444E-B14C-652E86707A0C}"/>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0F24847B-801A-4F52-92F5-1D5D834FF555}"/>
              </a:ext>
            </a:extLst>
          </p:cNvPr>
          <p:cNvSpPr txBox="1"/>
          <p:nvPr/>
        </p:nvSpPr>
        <p:spPr>
          <a:xfrm>
            <a:off x="1435100" y="2976601"/>
            <a:ext cx="4786888" cy="11079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6600" b="1" i="0" u="none" strike="noStrike" kern="1200" cap="none" spc="0" normalizeH="0" baseline="0" noProof="0">
                <a:ln>
                  <a:noFill/>
                </a:ln>
                <a:solidFill>
                  <a:prstClr val="white"/>
                </a:solidFill>
                <a:effectLst/>
                <a:uLnTx/>
                <a:uFillTx/>
                <a:latin typeface="Rubik Black" pitchFamily="2" charset="-79"/>
                <a:ea typeface="+mn-ea"/>
                <a:cs typeface="Rubik Black" pitchFamily="2" charset="-79"/>
              </a:rPr>
              <a:t>Thank you</a:t>
            </a:r>
          </a:p>
        </p:txBody>
      </p:sp>
    </p:spTree>
    <p:extLst>
      <p:ext uri="{BB962C8B-B14F-4D97-AF65-F5344CB8AC3E}">
        <p14:creationId xmlns:p14="http://schemas.microsoft.com/office/powerpoint/2010/main" val="24196529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SavonVTI">
  <a:themeElements>
    <a:clrScheme name="Custom 38">
      <a:dk1>
        <a:sysClr val="windowText" lastClr="000000"/>
      </a:dk1>
      <a:lt1>
        <a:sysClr val="window" lastClr="FFFFFF"/>
      </a:lt1>
      <a:dk2>
        <a:srgbClr val="505046"/>
      </a:dk2>
      <a:lt2>
        <a:srgbClr val="EEECE1"/>
      </a:lt2>
      <a:accent1>
        <a:srgbClr val="EE462D"/>
      </a:accent1>
      <a:accent2>
        <a:srgbClr val="595A85"/>
      </a:accent2>
      <a:accent3>
        <a:srgbClr val="8D6F5B"/>
      </a:accent3>
      <a:accent4>
        <a:srgbClr val="FABD2F"/>
      </a:accent4>
      <a:accent5>
        <a:srgbClr val="AF8073"/>
      </a:accent5>
      <a:accent6>
        <a:srgbClr val="787880"/>
      </a:accent6>
      <a:hlink>
        <a:srgbClr val="CC8D00"/>
      </a:hlink>
      <a:folHlink>
        <a:srgbClr val="82829E"/>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spDef>
      <a:spPr>
        <a:noFill/>
        <a:ln>
          <a:noFill/>
        </a:ln>
      </a:spPr>
      <a:bodyPr rtlCol="0" anchor="ctr"/>
      <a:lstStyle>
        <a:defPPr algn="ctr">
          <a:defRPr dirty="0" smtClean="0">
            <a:latin typeface="Rubik" panose="00000500000000000000" pitchFamily="2" charset="-79"/>
            <a:cs typeface="Rubik" panose="00000500000000000000" pitchFamily="2" charset="-79"/>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spcAft>
            <a:spcPts val="600"/>
          </a:spcAft>
          <a:defRPr dirty="0" err="1" smtClean="0">
            <a:latin typeface="Rubik Light" pitchFamily="2" charset="-79"/>
            <a:cs typeface="Rubik Light" pitchFamily="2" charset="-79"/>
          </a:defRPr>
        </a:defPPr>
      </a:lstStyle>
    </a:txDef>
  </a:objectDefaults>
  <a:extraClrSchemeLst/>
  <a:extLst>
    <a:ext uri="{05A4C25C-085E-4340-85A3-A5531E510DB2}">
      <thm15:themeFamily xmlns:thm15="http://schemas.microsoft.com/office/thememl/2012/main" name="Saviynt Overview v1.0 CY2020" id="{17995AF5-E663-4FA3-ABCE-5A2251C8E805}" vid="{D80C5363-BAA4-4513-A647-6965EAA6B699}"/>
    </a:ext>
  </a:extLst>
</a:theme>
</file>

<file path=ppt/theme/theme2.xml><?xml version="1.0" encoding="utf-8"?>
<a:theme xmlns:a="http://schemas.openxmlformats.org/drawingml/2006/main" name="SavonVTI">
  <a:themeElements>
    <a:clrScheme name="Saviynt">
      <a:dk1>
        <a:sysClr val="windowText" lastClr="000000"/>
      </a:dk1>
      <a:lt1>
        <a:sysClr val="window" lastClr="FFFFFF"/>
      </a:lt1>
      <a:dk2>
        <a:srgbClr val="808080"/>
      </a:dk2>
      <a:lt2>
        <a:srgbClr val="DCDCDC"/>
      </a:lt2>
      <a:accent1>
        <a:srgbClr val="14385F"/>
      </a:accent1>
      <a:accent2>
        <a:srgbClr val="1371B9"/>
      </a:accent2>
      <a:accent3>
        <a:srgbClr val="3FA8F4"/>
      </a:accent3>
      <a:accent4>
        <a:srgbClr val="8AC8ED"/>
      </a:accent4>
      <a:accent5>
        <a:srgbClr val="6B6193"/>
      </a:accent5>
      <a:accent6>
        <a:srgbClr val="F7941D"/>
      </a:accent6>
      <a:hlink>
        <a:srgbClr val="07A286"/>
      </a:hlink>
      <a:folHlink>
        <a:srgbClr val="445469"/>
      </a:folHlink>
    </a:clrScheme>
    <a:fontScheme name="saviynt">
      <a:majorFont>
        <a:latin typeface="Rubik SemiBold"/>
        <a:ea typeface=""/>
        <a:cs typeface=""/>
      </a:majorFont>
      <a:minorFont>
        <a:latin typeface="Rubik Light"/>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spDef>
      <a:spPr>
        <a:noFill/>
        <a:ln>
          <a:solidFill>
            <a:schemeClr val="tx2"/>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lgn="l">
          <a:spcAft>
            <a:spcPts val="600"/>
          </a:spcAft>
          <a:defRPr dirty="0" smtClean="0">
            <a:latin typeface="Rubik" panose="00000500000000000000" pitchFamily="2" charset="-79"/>
            <a:cs typeface="Rubik" panose="00000500000000000000" pitchFamily="2" charset="-79"/>
          </a:defRPr>
        </a:defPPr>
      </a:lstStyle>
    </a:txDef>
  </a:objectDefaults>
  <a:extraClrSchemeLst/>
  <a:extLst>
    <a:ext uri="{05A4C25C-085E-4340-85A3-A5531E510DB2}">
      <thm15:themeFamily xmlns:thm15="http://schemas.microsoft.com/office/thememl/2012/main" name="Saviynt Overview v1.0 CY2020" id="{17995AF5-E663-4FA3-ABCE-5A2251C8E805}" vid="{D80C5363-BAA4-4513-A647-6965EAA6B69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24459</TotalTime>
  <Words>1219</Words>
  <Application>Microsoft Office PowerPoint</Application>
  <PresentationFormat>Widescreen</PresentationFormat>
  <Paragraphs>189</Paragraphs>
  <Slides>12</Slides>
  <Notes>6</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12</vt:i4>
      </vt:variant>
    </vt:vector>
  </HeadingPairs>
  <TitlesOfParts>
    <vt:vector size="29" baseType="lpstr">
      <vt:lpstr>Arial</vt:lpstr>
      <vt:lpstr>Avenir Next LT Pro</vt:lpstr>
      <vt:lpstr>Calibri</vt:lpstr>
      <vt:lpstr>Dax-Regular</vt:lpstr>
      <vt:lpstr>Garamond</vt:lpstr>
      <vt:lpstr>Montserrat Black</vt:lpstr>
      <vt:lpstr>Montserrat ExtraBold</vt:lpstr>
      <vt:lpstr>Montserrat Light</vt:lpstr>
      <vt:lpstr>Montserrat SemiBold</vt:lpstr>
      <vt:lpstr>Rubik</vt:lpstr>
      <vt:lpstr>Rubik Black</vt:lpstr>
      <vt:lpstr>Rubik Light</vt:lpstr>
      <vt:lpstr>Rubik SemiBold</vt:lpstr>
      <vt:lpstr>Times</vt:lpstr>
      <vt:lpstr>Verdana</vt:lpstr>
      <vt:lpstr>1_SavonVTI</vt:lpstr>
      <vt:lpstr>SavonVTI</vt:lpstr>
      <vt:lpstr>PowerPoint Presentation</vt:lpstr>
      <vt:lpstr>PowerPoint Presentation</vt:lpstr>
      <vt:lpstr>Project Overview</vt:lpstr>
      <vt:lpstr>Assumptions</vt:lpstr>
      <vt:lpstr>Out of Scope</vt:lpstr>
      <vt:lpstr>Risks and Mitigation</vt:lpstr>
      <vt:lpstr>Project Activities &amp; Timeline – Phase-1</vt:lpstr>
      <vt:lpstr>[PARTNER] Team </vt:lpstr>
      <vt:lpstr> [CUSTOMER]  CPAM Project Team </vt:lpstr>
      <vt:lpstr>Saviynt RACI – Phase 1</vt:lpstr>
      <vt:lpstr>Key Action Items (Next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Mudit Kumar Sharma</dc:creator>
  <cp:lastModifiedBy>rakesh goudar</cp:lastModifiedBy>
  <cp:revision>275</cp:revision>
  <dcterms:created xsi:type="dcterms:W3CDTF">2021-02-27T13:09:12Z</dcterms:created>
  <dcterms:modified xsi:type="dcterms:W3CDTF">2025-07-04T14:14:04Z</dcterms:modified>
</cp:coreProperties>
</file>