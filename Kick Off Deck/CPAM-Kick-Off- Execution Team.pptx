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Rubik Light"/>
      <p:regular r:id="rId20"/>
      <p:bold r:id="rId21"/>
      <p:italic r:id="rId22"/>
      <p:boldItalic r:id="rId23"/>
    </p:embeddedFont>
    <p:embeddedFont>
      <p:font typeface="Manrope"/>
      <p:regular r:id="rId24"/>
      <p:bold r:id="rId25"/>
    </p:embeddedFont>
    <p:embeddedFont>
      <p:font typeface="Montserrat Light"/>
      <p:regular r:id="rId26"/>
      <p:bold r:id="rId27"/>
      <p:italic r:id="rId28"/>
      <p:boldItalic r:id="rId29"/>
    </p:embeddedFont>
    <p:embeddedFont>
      <p:font typeface="Manrope ExtraBold"/>
      <p:bold r:id="rId30"/>
    </p:embeddedFont>
    <p:embeddedFont>
      <p:font typeface="Rubik Black"/>
      <p:bold r:id="rId31"/>
      <p:boldItalic r:id="rId32"/>
    </p:embeddedFont>
    <p:embeddedFont>
      <p:font typeface="Rubik SemiBold"/>
      <p:regular r:id="rId33"/>
      <p:bold r:id="rId34"/>
      <p:italic r:id="rId35"/>
      <p:boldItalic r:id="rId36"/>
    </p:embeddedFon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Black"/>
      <p:bold r:id="rId45"/>
      <p:boldItalic r:id="rId46"/>
    </p:embeddedFont>
    <p:embeddedFont>
      <p:font typeface="Rubik"/>
      <p:regular r:id="rId47"/>
      <p:bold r:id="rId48"/>
      <p:italic r:id="rId49"/>
      <p:boldItalic r:id="rId50"/>
    </p:embeddedFont>
    <p:embeddedFont>
      <p:font typeface="Montserrat ExtraBold"/>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jwXEknH1YSBoKGA01aTF6a9WVc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FCE151-4E82-4A12-A181-992EF7F935D2}">
  <a:tblStyle styleId="{65FCE151-4E82-4A12-A181-992EF7F935D2}" styleName="Table_0">
    <a:wholeTbl>
      <a:tcTxStyle b="off" i="off">
        <a:font>
          <a:latin typeface="Avenir Next LT Pro"/>
          <a:ea typeface="Avenir Next LT Pro"/>
          <a:cs typeface="Avenir Next LT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EBEC"/>
          </a:solidFill>
        </a:fill>
      </a:tcStyle>
    </a:wholeTbl>
    <a:band1H>
      <a:tcTxStyle/>
      <a:tcStyle>
        <a:fill>
          <a:solidFill>
            <a:srgbClr val="D5D5D7"/>
          </a:solidFill>
        </a:fill>
      </a:tcStyle>
    </a:band1H>
    <a:band2H>
      <a:tcTxStyle/>
    </a:band2H>
    <a:band1V>
      <a:tcTxStyle/>
      <a:tcStyle>
        <a:fill>
          <a:solidFill>
            <a:srgbClr val="D5D5D7"/>
          </a:solidFill>
        </a:fill>
      </a:tcStyle>
    </a:band1V>
    <a:band2V>
      <a:tcTxStyle/>
    </a:band2V>
    <a:lastCol>
      <a:tcTxStyle b="on" i="off">
        <a:font>
          <a:latin typeface="Avenir Next LT Pro"/>
          <a:ea typeface="Avenir Next LT Pro"/>
          <a:cs typeface="Avenir Next LT Pro"/>
        </a:font>
        <a:schemeClr val="lt1"/>
      </a:tcTxStyle>
      <a:tcStyle>
        <a:fill>
          <a:solidFill>
            <a:schemeClr val="accent6"/>
          </a:solidFill>
        </a:fill>
      </a:tcStyle>
    </a:lastCol>
    <a:firstCol>
      <a:tcTxStyle b="on" i="off">
        <a:font>
          <a:latin typeface="Avenir Next LT Pro"/>
          <a:ea typeface="Avenir Next LT Pro"/>
          <a:cs typeface="Avenir Next LT Pro"/>
        </a:font>
        <a:schemeClr val="lt1"/>
      </a:tcTxStyle>
      <a:tcStyle>
        <a:fill>
          <a:solidFill>
            <a:schemeClr val="accent6"/>
          </a:solidFill>
        </a:fill>
      </a:tcStyle>
    </a:firstCol>
    <a:lastRow>
      <a:tcTxStyle b="on" i="off">
        <a:font>
          <a:latin typeface="Avenir Next LT Pro"/>
          <a:ea typeface="Avenir Next LT Pro"/>
          <a:cs typeface="Avenir Next LT Pro"/>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a:seCell>
    <a:swCell>
      <a:tcTxStyle/>
    </a:swCell>
    <a:firstRow>
      <a:tcTxStyle b="on" i="off">
        <a:font>
          <a:latin typeface="Avenir Next LT Pro"/>
          <a:ea typeface="Avenir Next LT Pro"/>
          <a:cs typeface="Avenir Next LT Pro"/>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a:neCell>
    <a:nwCell>
      <a:tcTxStyle/>
    </a:nwCell>
  </a:tblStyle>
  <a:tblStyle styleId="{0D2B043E-5104-4EE2-9786-1D81475B674F}" styleName="Table_1">
    <a:wholeTbl>
      <a:tcTxStyle b="off" i="off">
        <a:font>
          <a:latin typeface="Avenir Next LT Pro"/>
          <a:ea typeface="Avenir Next LT Pro"/>
          <a:cs typeface="Avenir Next LT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CE8E7"/>
          </a:solidFill>
        </a:fill>
      </a:tcStyle>
    </a:wholeTbl>
    <a:band1H>
      <a:tcTxStyle/>
      <a:tcStyle>
        <a:fill>
          <a:solidFill>
            <a:srgbClr val="F8CECC"/>
          </a:solidFill>
        </a:fill>
      </a:tcStyle>
    </a:band1H>
    <a:band2H>
      <a:tcTxStyle/>
    </a:band2H>
    <a:band1V>
      <a:tcTxStyle/>
      <a:tcStyle>
        <a:fill>
          <a:solidFill>
            <a:srgbClr val="F8CECC"/>
          </a:solidFill>
        </a:fill>
      </a:tcStyle>
    </a:band1V>
    <a:band2V>
      <a:tcTxStyle/>
    </a:band2V>
    <a:lastCol>
      <a:tcTxStyle b="on" i="off">
        <a:font>
          <a:latin typeface="Avenir Next LT Pro"/>
          <a:ea typeface="Avenir Next LT Pro"/>
          <a:cs typeface="Avenir Next LT Pro"/>
        </a:font>
        <a:schemeClr val="lt1"/>
      </a:tcTxStyle>
      <a:tcStyle>
        <a:fill>
          <a:solidFill>
            <a:schemeClr val="accent1"/>
          </a:solidFill>
        </a:fill>
      </a:tcStyle>
    </a:lastCol>
    <a:firstCol>
      <a:tcTxStyle b="on" i="off">
        <a:font>
          <a:latin typeface="Avenir Next LT Pro"/>
          <a:ea typeface="Avenir Next LT Pro"/>
          <a:cs typeface="Avenir Next LT Pro"/>
        </a:font>
        <a:schemeClr val="lt1"/>
      </a:tcTxStyle>
      <a:tcStyle>
        <a:fill>
          <a:solidFill>
            <a:schemeClr val="accent1"/>
          </a:solidFill>
        </a:fill>
      </a:tcStyle>
    </a:firstCol>
    <a:lastRow>
      <a:tcTxStyle b="on" i="off">
        <a:font>
          <a:latin typeface="Avenir Next LT Pro"/>
          <a:ea typeface="Avenir Next LT Pro"/>
          <a:cs typeface="Avenir Next LT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venir Next LT Pro"/>
          <a:ea typeface="Avenir Next LT Pro"/>
          <a:cs typeface="Avenir Next LT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MontserratBlack-boldItalic.fntdata"/><Relationship Id="rId45" Type="http://schemas.openxmlformats.org/officeDocument/2006/relationships/font" Target="fonts/MontserratBlack-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ubik-bold.fntdata"/><Relationship Id="rId47" Type="http://schemas.openxmlformats.org/officeDocument/2006/relationships/font" Target="fonts/Rubik-regular.fntdata"/><Relationship Id="rId49" Type="http://schemas.openxmlformats.org/officeDocument/2006/relationships/font" Target="fonts/Rubik-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ubikBlack-bold.fntdata"/><Relationship Id="rId30" Type="http://schemas.openxmlformats.org/officeDocument/2006/relationships/font" Target="fonts/ManropeExtraBold-bold.fntdata"/><Relationship Id="rId33" Type="http://schemas.openxmlformats.org/officeDocument/2006/relationships/font" Target="fonts/RubikSemiBold-regular.fntdata"/><Relationship Id="rId32" Type="http://schemas.openxmlformats.org/officeDocument/2006/relationships/font" Target="fonts/RubikBlack-boldItalic.fntdata"/><Relationship Id="rId35" Type="http://schemas.openxmlformats.org/officeDocument/2006/relationships/font" Target="fonts/RubikSemiBold-italic.fntdata"/><Relationship Id="rId34" Type="http://schemas.openxmlformats.org/officeDocument/2006/relationships/font" Target="fonts/RubikSemiBold-bold.fntdata"/><Relationship Id="rId37" Type="http://schemas.openxmlformats.org/officeDocument/2006/relationships/font" Target="fonts/MontserratSemiBold-regular.fntdata"/><Relationship Id="rId36" Type="http://schemas.openxmlformats.org/officeDocument/2006/relationships/font" Target="fonts/RubikSemiBold-boldItalic.fntdata"/><Relationship Id="rId39" Type="http://schemas.openxmlformats.org/officeDocument/2006/relationships/font" Target="fonts/MontserratSemiBold-italic.fntdata"/><Relationship Id="rId38" Type="http://schemas.openxmlformats.org/officeDocument/2006/relationships/font" Target="fonts/MontserratSemiBold-bold.fntdata"/><Relationship Id="rId20" Type="http://schemas.openxmlformats.org/officeDocument/2006/relationships/font" Target="fonts/RubikLight-regular.fntdata"/><Relationship Id="rId22" Type="http://schemas.openxmlformats.org/officeDocument/2006/relationships/font" Target="fonts/RubikLight-italic.fntdata"/><Relationship Id="rId21" Type="http://schemas.openxmlformats.org/officeDocument/2006/relationships/font" Target="fonts/RubikLight-bold.fntdata"/><Relationship Id="rId24" Type="http://schemas.openxmlformats.org/officeDocument/2006/relationships/font" Target="fonts/Manrope-regular.fntdata"/><Relationship Id="rId23" Type="http://schemas.openxmlformats.org/officeDocument/2006/relationships/font" Target="fonts/RubikLight-boldItalic.fntdata"/><Relationship Id="rId26" Type="http://schemas.openxmlformats.org/officeDocument/2006/relationships/font" Target="fonts/MontserratLight-regular.fntdata"/><Relationship Id="rId25" Type="http://schemas.openxmlformats.org/officeDocument/2006/relationships/font" Target="fonts/Manrope-bold.fntdata"/><Relationship Id="rId28" Type="http://schemas.openxmlformats.org/officeDocument/2006/relationships/font" Target="fonts/MontserratLight-italic.fntdata"/><Relationship Id="rId27" Type="http://schemas.openxmlformats.org/officeDocument/2006/relationships/font" Target="fonts/MontserratLight-bold.fntdata"/><Relationship Id="rId29" Type="http://schemas.openxmlformats.org/officeDocument/2006/relationships/font" Target="fonts/MontserratLight-boldItalic.fntdata"/><Relationship Id="rId51" Type="http://schemas.openxmlformats.org/officeDocument/2006/relationships/font" Target="fonts/MontserratExtraBold-bold.fntdata"/><Relationship Id="rId50" Type="http://schemas.openxmlformats.org/officeDocument/2006/relationships/font" Target="fonts/Rubik-boldItalic.fntdata"/><Relationship Id="rId53" Type="http://customschemas.google.com/relationships/presentationmetadata" Target="metadata"/><Relationship Id="rId52" Type="http://schemas.openxmlformats.org/officeDocument/2006/relationships/font" Target="fonts/MontserratExtra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2" name="Google Shape;3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9" name="Google Shape;3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73" name="Google Shape;3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Vertical Text">
  <p:cSld name="2_Title and Vertical Text">
    <p:spTree>
      <p:nvGrpSpPr>
        <p:cNvPr id="15"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b="0" l="0" r="0" t="0"/>
          <a:stretch/>
        </p:blipFill>
        <p:spPr>
          <a:xfrm>
            <a:off x="-1" y="0"/>
            <a:ext cx="12192001" cy="6868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17" name="Shape 17"/>
        <p:cNvGrpSpPr/>
        <p:nvPr/>
      </p:nvGrpSpPr>
      <p:grpSpPr>
        <a:xfrm>
          <a:off x="0" y="0"/>
          <a:ext cx="0" cy="0"/>
          <a:chOff x="0" y="0"/>
          <a:chExt cx="0" cy="0"/>
        </a:xfrm>
      </p:grpSpPr>
      <p:cxnSp>
        <p:nvCxnSpPr>
          <p:cNvPr id="18" name="Google Shape;18;p16"/>
          <p:cNvCxnSpPr/>
          <p:nvPr/>
        </p:nvCxnSpPr>
        <p:spPr>
          <a:xfrm>
            <a:off x="11439379" y="6354145"/>
            <a:ext cx="0" cy="260776"/>
          </a:xfrm>
          <a:prstGeom prst="straightConnector1">
            <a:avLst/>
          </a:prstGeom>
          <a:noFill/>
          <a:ln cap="flat" cmpd="sng" w="12700">
            <a:solidFill>
              <a:schemeClr val="lt1"/>
            </a:solidFill>
            <a:prstDash val="solid"/>
            <a:round/>
            <a:headEnd len="sm" w="sm" type="none"/>
            <a:tailEnd len="sm" w="sm" type="none"/>
          </a:ln>
        </p:spPr>
      </p:cxnSp>
      <p:sp>
        <p:nvSpPr>
          <p:cNvPr id="19" name="Google Shape;19;p16"/>
          <p:cNvSpPr txBox="1"/>
          <p:nvPr/>
        </p:nvSpPr>
        <p:spPr>
          <a:xfrm>
            <a:off x="10479881" y="6407589"/>
            <a:ext cx="815194"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chemeClr val="lt1"/>
                </a:solidFill>
                <a:latin typeface="Rubik"/>
                <a:ea typeface="Rubik"/>
                <a:cs typeface="Rubik"/>
                <a:sym typeface="Rubik"/>
              </a:rPr>
              <a:t>Confidential</a:t>
            </a:r>
            <a:endParaRPr/>
          </a:p>
        </p:txBody>
      </p:sp>
      <p:sp>
        <p:nvSpPr>
          <p:cNvPr id="20" name="Google Shape;20;p16"/>
          <p:cNvSpPr txBox="1"/>
          <p:nvPr/>
        </p:nvSpPr>
        <p:spPr>
          <a:xfrm>
            <a:off x="11590349" y="6407589"/>
            <a:ext cx="292089"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fld id="{00000000-1234-1234-1234-123412341234}" type="slidenum">
              <a:rPr b="0" i="0" lang="en-US" sz="1000" u="none" cap="none" strike="noStrike">
                <a:solidFill>
                  <a:schemeClr val="lt1"/>
                </a:solidFill>
                <a:latin typeface="Avenir"/>
                <a:ea typeface="Avenir"/>
                <a:cs typeface="Avenir"/>
                <a:sym typeface="Avenir"/>
              </a:rPr>
              <a:t>‹#›</a:t>
            </a:fld>
            <a:endParaRPr b="0" i="0" sz="1200" u="none" cap="none" strike="noStrike">
              <a:solidFill>
                <a:schemeClr val="lt1"/>
              </a:solidFill>
              <a:latin typeface="Rubik"/>
              <a:ea typeface="Rubik"/>
              <a:cs typeface="Rubik"/>
              <a:sym typeface="Rubik"/>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showMasterSp="0">
  <p:cSld name="18_Title and Content">
    <p:bg>
      <p:bgPr>
        <a:solidFill>
          <a:srgbClr val="0F2446"/>
        </a:solidFill>
      </p:bgPr>
    </p:bg>
    <p:spTree>
      <p:nvGrpSpPr>
        <p:cNvPr id="21" name="Shape 21"/>
        <p:cNvGrpSpPr/>
        <p:nvPr/>
      </p:nvGrpSpPr>
      <p:grpSpPr>
        <a:xfrm>
          <a:off x="0" y="0"/>
          <a:ext cx="0" cy="0"/>
          <a:chOff x="0" y="0"/>
          <a:chExt cx="0" cy="0"/>
        </a:xfrm>
      </p:grpSpPr>
      <p:pic>
        <p:nvPicPr>
          <p:cNvPr descr="Background pattern&#10;&#10;Description automatically generated with medium confidence" id="22" name="Google Shape;22;p17"/>
          <p:cNvPicPr preferRelativeResize="0"/>
          <p:nvPr/>
        </p:nvPicPr>
        <p:blipFill rotWithShape="1">
          <a:blip r:embed="rId2">
            <a:alphaModFix/>
          </a:blip>
          <a:srcRect b="0" l="0" r="0" t="0"/>
          <a:stretch/>
        </p:blipFill>
        <p:spPr>
          <a:xfrm>
            <a:off x="0" y="6350"/>
            <a:ext cx="12192000" cy="6845300"/>
          </a:xfrm>
          <a:prstGeom prst="rect">
            <a:avLst/>
          </a:prstGeom>
          <a:noFill/>
          <a:ln>
            <a:noFill/>
          </a:ln>
        </p:spPr>
      </p:pic>
      <p:cxnSp>
        <p:nvCxnSpPr>
          <p:cNvPr id="23" name="Google Shape;23;p17"/>
          <p:cNvCxnSpPr/>
          <p:nvPr/>
        </p:nvCxnSpPr>
        <p:spPr>
          <a:xfrm>
            <a:off x="11452003" y="6266510"/>
            <a:ext cx="0" cy="365760"/>
          </a:xfrm>
          <a:prstGeom prst="straightConnector1">
            <a:avLst/>
          </a:prstGeom>
          <a:noFill/>
          <a:ln cap="flat" cmpd="sng" w="9525">
            <a:solidFill>
              <a:schemeClr val="lt1"/>
            </a:solidFill>
            <a:prstDash val="solid"/>
            <a:round/>
            <a:headEnd len="sm" w="sm" type="none"/>
            <a:tailEnd len="sm" w="sm" type="none"/>
          </a:ln>
        </p:spPr>
      </p:cxnSp>
      <p:sp>
        <p:nvSpPr>
          <p:cNvPr id="24" name="Google Shape;24;p17"/>
          <p:cNvSpPr txBox="1"/>
          <p:nvPr/>
        </p:nvSpPr>
        <p:spPr>
          <a:xfrm>
            <a:off x="11334191" y="6266828"/>
            <a:ext cx="596146" cy="365125"/>
          </a:xfrm>
          <a:prstGeom prst="rect">
            <a:avLst/>
          </a:prstGeom>
          <a:noFill/>
          <a:ln>
            <a:noFill/>
          </a:ln>
        </p:spPr>
        <p:txBody>
          <a:bodyPr anchorCtr="0" anchor="ctr" bIns="45700" lIns="182875" spcFirstLastPara="1" rIns="18287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chemeClr val="lt1"/>
                </a:solidFill>
                <a:latin typeface="Montserrat Light"/>
                <a:ea typeface="Montserrat Light"/>
                <a:cs typeface="Montserrat Light"/>
                <a:sym typeface="Montserrat Light"/>
              </a:rPr>
              <a:t>‹#›</a:t>
            </a:fld>
            <a:endParaRPr b="0" i="0" sz="950" u="none" cap="none" strike="noStrike">
              <a:solidFill>
                <a:schemeClr val="lt1"/>
              </a:solidFill>
              <a:latin typeface="Montserrat Light"/>
              <a:ea typeface="Montserrat Light"/>
              <a:cs typeface="Montserrat Light"/>
              <a:sym typeface="Montserrat Light"/>
            </a:endParaRPr>
          </a:p>
        </p:txBody>
      </p:sp>
      <p:sp>
        <p:nvSpPr>
          <p:cNvPr id="25" name="Google Shape;25;p17"/>
          <p:cNvSpPr txBox="1"/>
          <p:nvPr/>
        </p:nvSpPr>
        <p:spPr>
          <a:xfrm>
            <a:off x="9985642" y="6266828"/>
            <a:ext cx="1466361" cy="365125"/>
          </a:xfrm>
          <a:prstGeom prst="rect">
            <a:avLst/>
          </a:prstGeom>
          <a:noFill/>
          <a:ln>
            <a:noFill/>
          </a:ln>
        </p:spPr>
        <p:txBody>
          <a:bodyPr anchorCtr="0" anchor="ctr" bIns="45700" lIns="182875" spcFirstLastPara="1" rIns="182875" wrap="square" tIns="45700">
            <a:noAutofit/>
          </a:bodyPr>
          <a:lstStyle/>
          <a:p>
            <a:pPr indent="0" lvl="0" marL="0" marR="0" rtl="0" algn="r">
              <a:spcBef>
                <a:spcPts val="0"/>
              </a:spcBef>
              <a:spcAft>
                <a:spcPts val="0"/>
              </a:spcAft>
              <a:buNone/>
            </a:pPr>
            <a:r>
              <a:rPr b="0" i="0" lang="en-US" sz="950" u="none" cap="none" strike="noStrike">
                <a:solidFill>
                  <a:schemeClr val="lt1"/>
                </a:solidFill>
                <a:latin typeface="Montserrat Light"/>
                <a:ea typeface="Montserrat Light"/>
                <a:cs typeface="Montserrat Light"/>
                <a:sym typeface="Montserrat Light"/>
              </a:rPr>
              <a:t>Confidential</a:t>
            </a:r>
            <a:endParaRPr/>
          </a:p>
        </p:txBody>
      </p:sp>
      <p:pic>
        <p:nvPicPr>
          <p:cNvPr descr="A picture containing object, clock&#10;&#10;Description automatically generated" id="26" name="Google Shape;26;p17"/>
          <p:cNvPicPr preferRelativeResize="0"/>
          <p:nvPr/>
        </p:nvPicPr>
        <p:blipFill rotWithShape="1">
          <a:blip r:embed="rId3">
            <a:alphaModFix/>
          </a:blip>
          <a:srcRect b="0" l="4372" r="0" t="0"/>
          <a:stretch/>
        </p:blipFill>
        <p:spPr>
          <a:xfrm>
            <a:off x="422572" y="6298180"/>
            <a:ext cx="1041544" cy="302421"/>
          </a:xfrm>
          <a:prstGeom prst="rect">
            <a:avLst/>
          </a:prstGeom>
          <a:noFill/>
          <a:ln>
            <a:noFill/>
          </a:ln>
        </p:spPr>
      </p:pic>
      <p:sp>
        <p:nvSpPr>
          <p:cNvPr id="27" name="Google Shape;27;p17"/>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3200"/>
              <a:buFont typeface="Montserrat SemiBold"/>
              <a:buNone/>
              <a:defRPr sz="3200">
                <a:solidFill>
                  <a:schemeClr val="lt1"/>
                </a:solidFill>
                <a:latin typeface="Montserrat SemiBold"/>
                <a:ea typeface="Montserrat SemiBold"/>
                <a:cs typeface="Montserrat SemiBold"/>
                <a:sym typeface="Montserra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740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1"/>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1"/>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31" name="Google Shape;31;p21"/>
          <p:cNvSpPr txBox="1"/>
          <p:nvPr>
            <p:ph idx="12" type="sldNum"/>
          </p:nvPr>
        </p:nvSpPr>
        <p:spPr>
          <a:xfrm>
            <a:off x="11151326" y="6304610"/>
            <a:ext cx="838200" cy="365760"/>
          </a:xfrm>
          <a:prstGeom prst="rect">
            <a:avLst/>
          </a:prstGeom>
          <a:solidFill>
            <a:srgbClr val="14385F"/>
          </a:solid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21"/>
          <p:cNvSpPr txBox="1"/>
          <p:nvPr>
            <p:ph idx="11" type="ftr"/>
          </p:nvPr>
        </p:nvSpPr>
        <p:spPr>
          <a:xfrm>
            <a:off x="8388349" y="6304928"/>
            <a:ext cx="2733041" cy="365125"/>
          </a:xfrm>
          <a:prstGeom prst="rect">
            <a:avLst/>
          </a:prstGeom>
          <a:solidFill>
            <a:srgbClr val="14385F"/>
          </a:solid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3" name="Google Shape;33;p21"/>
          <p:cNvCxnSpPr/>
          <p:nvPr/>
        </p:nvCxnSpPr>
        <p:spPr>
          <a:xfrm>
            <a:off x="11121390" y="6296303"/>
            <a:ext cx="1270" cy="36576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4" name="Shape 34"/>
        <p:cNvGrpSpPr/>
        <p:nvPr/>
      </p:nvGrpSpPr>
      <p:grpSpPr>
        <a:xfrm>
          <a:off x="0" y="0"/>
          <a:ext cx="0" cy="0"/>
          <a:chOff x="0" y="0"/>
          <a:chExt cx="0" cy="0"/>
        </a:xfrm>
      </p:grpSpPr>
      <p:sp>
        <p:nvSpPr>
          <p:cNvPr id="35" name="Google Shape;35;p22"/>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2"/>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37" name="Google Shape;37;p22"/>
          <p:cNvSpPr txBox="1"/>
          <p:nvPr>
            <p:ph idx="12" type="sldNum"/>
          </p:nvPr>
        </p:nvSpPr>
        <p:spPr>
          <a:xfrm>
            <a:off x="11125200" y="6304610"/>
            <a:ext cx="838200" cy="365760"/>
          </a:xfrm>
          <a:prstGeom prst="rect">
            <a:avLst/>
          </a:prstGeom>
          <a:solidFill>
            <a:srgbClr val="14385F"/>
          </a:solid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38" name="Google Shape;38;p22"/>
          <p:cNvSpPr txBox="1"/>
          <p:nvPr>
            <p:ph idx="11" type="ftr"/>
          </p:nvPr>
        </p:nvSpPr>
        <p:spPr>
          <a:xfrm>
            <a:off x="8388349" y="6304928"/>
            <a:ext cx="2733041" cy="365125"/>
          </a:xfrm>
          <a:prstGeom prst="rect">
            <a:avLst/>
          </a:prstGeom>
          <a:solidFill>
            <a:srgbClr val="14385F"/>
          </a:solid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9" name="Google Shape;39;p22"/>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0" name="Shape 40"/>
        <p:cNvGrpSpPr/>
        <p:nvPr/>
      </p:nvGrpSpPr>
      <p:grpSpPr>
        <a:xfrm>
          <a:off x="0" y="0"/>
          <a:ext cx="0" cy="0"/>
          <a:chOff x="0" y="0"/>
          <a:chExt cx="0" cy="0"/>
        </a:xfrm>
      </p:grpSpPr>
      <p:sp>
        <p:nvSpPr>
          <p:cNvPr id="41" name="Google Shape;41;p23"/>
          <p:cNvSpPr/>
          <p:nvPr/>
        </p:nvSpPr>
        <p:spPr>
          <a:xfrm>
            <a:off x="0" y="0"/>
            <a:ext cx="12192000" cy="6858000"/>
          </a:xfrm>
          <a:prstGeom prst="rect">
            <a:avLst/>
          </a:prstGeom>
          <a:solidFill>
            <a:srgbClr val="1438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id="42" name="Google Shape;42;p23"/>
          <p:cNvPicPr preferRelativeResize="0"/>
          <p:nvPr/>
        </p:nvPicPr>
        <p:blipFill rotWithShape="1">
          <a:blip r:embed="rId2">
            <a:alphaModFix/>
          </a:blip>
          <a:srcRect b="41261" l="0" r="86556" t="6954"/>
          <a:stretch/>
        </p:blipFill>
        <p:spPr>
          <a:xfrm>
            <a:off x="4511499" y="1"/>
            <a:ext cx="7680501" cy="6858000"/>
          </a:xfrm>
          <a:prstGeom prst="rect">
            <a:avLst/>
          </a:prstGeom>
          <a:noFill/>
          <a:ln>
            <a:noFill/>
          </a:ln>
        </p:spPr>
      </p:pic>
      <p:sp>
        <p:nvSpPr>
          <p:cNvPr id="43" name="Google Shape;43;p23"/>
          <p:cNvSpPr txBox="1"/>
          <p:nvPr>
            <p:ph type="ctrTitle"/>
          </p:nvPr>
        </p:nvSpPr>
        <p:spPr>
          <a:xfrm>
            <a:off x="1061720" y="2840097"/>
            <a:ext cx="7479553" cy="1689565"/>
          </a:xfrm>
          <a:prstGeom prst="rect">
            <a:avLst/>
          </a:prstGeom>
          <a:noFill/>
          <a:ln>
            <a:noFill/>
          </a:ln>
        </p:spPr>
        <p:txBody>
          <a:bodyPr anchorCtr="0" anchor="b" bIns="0" lIns="0" spcFirstLastPara="1" rIns="0" wrap="square" tIns="0">
            <a:noAutofit/>
          </a:bodyPr>
          <a:lstStyle>
            <a:lvl1pPr lvl="0" algn="l">
              <a:lnSpc>
                <a:spcPct val="83000"/>
              </a:lnSpc>
              <a:spcBef>
                <a:spcPts val="0"/>
              </a:spcBef>
              <a:spcAft>
                <a:spcPts val="0"/>
              </a:spcAft>
              <a:buClr>
                <a:srgbClr val="F7941D"/>
              </a:buClr>
              <a:buSzPts val="6600"/>
              <a:buFont typeface="Rubik Light"/>
              <a:buNone/>
              <a:defRPr b="0" sz="6600" cap="none">
                <a:solidFill>
                  <a:srgbClr val="F7941D"/>
                </a:solidFill>
                <a:latin typeface="Rubik Light"/>
                <a:ea typeface="Rubik Light"/>
                <a:cs typeface="Rubik Light"/>
                <a:sym typeface="Rubi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3"/>
          <p:cNvSpPr txBox="1"/>
          <p:nvPr>
            <p:ph idx="1" type="subTitle"/>
          </p:nvPr>
        </p:nvSpPr>
        <p:spPr>
          <a:xfrm>
            <a:off x="1061720" y="4739212"/>
            <a:ext cx="7482107" cy="276999"/>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b="1" sz="1800">
                <a:solidFill>
                  <a:schemeClr val="lt1"/>
                </a:solidFill>
                <a:latin typeface="Rubik"/>
                <a:ea typeface="Rubik"/>
                <a:cs typeface="Rubik"/>
                <a:sym typeface="Rubik"/>
              </a:defRPr>
            </a:lvl1pPr>
            <a:lvl2pPr lvl="1" algn="ctr">
              <a:lnSpc>
                <a:spcPct val="100000"/>
              </a:lnSpc>
              <a:spcBef>
                <a:spcPts val="600"/>
              </a:spcBef>
              <a:spcAft>
                <a:spcPts val="0"/>
              </a:spcAft>
              <a:buSzPts val="1600"/>
              <a:buNone/>
              <a:defRPr sz="1600"/>
            </a:lvl2pPr>
            <a:lvl3pPr lvl="2" algn="ctr">
              <a:lnSpc>
                <a:spcPct val="100000"/>
              </a:lnSpc>
              <a:spcBef>
                <a:spcPts val="600"/>
              </a:spcBef>
              <a:spcAft>
                <a:spcPts val="0"/>
              </a:spcAft>
              <a:buSzPts val="1600"/>
              <a:buNone/>
              <a:defRPr sz="16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SzPts val="1600"/>
              <a:buNone/>
              <a:defRPr sz="1600"/>
            </a:lvl5pPr>
            <a:lvl6pPr lvl="5" algn="ctr">
              <a:lnSpc>
                <a:spcPct val="100000"/>
              </a:lnSpc>
              <a:spcBef>
                <a:spcPts val="6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45" name="Google Shape;45;p23"/>
          <p:cNvSpPr/>
          <p:nvPr/>
        </p:nvSpPr>
        <p:spPr>
          <a:xfrm>
            <a:off x="1061720" y="4555067"/>
            <a:ext cx="605155" cy="50792"/>
          </a:xfrm>
          <a:prstGeom prst="rect">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46" name="Google Shape;46;p23"/>
          <p:cNvSpPr/>
          <p:nvPr/>
        </p:nvSpPr>
        <p:spPr>
          <a:xfrm>
            <a:off x="8444753" y="507207"/>
            <a:ext cx="1764111" cy="1737623"/>
          </a:xfrm>
          <a:custGeom>
            <a:rect b="b" l="l" r="r" t="t"/>
            <a:pathLst>
              <a:path extrusionOk="0" h="1530991" w="1554329">
                <a:moveTo>
                  <a:pt x="1554329" y="1232524"/>
                </a:moveTo>
                <a:lnTo>
                  <a:pt x="1554329" y="1457856"/>
                </a:lnTo>
                <a:cubicBezTo>
                  <a:pt x="1554329" y="1498247"/>
                  <a:pt x="1521585" y="1530991"/>
                  <a:pt x="1481194" y="1530991"/>
                </a:cubicBezTo>
                <a:lnTo>
                  <a:pt x="1255862" y="1530991"/>
                </a:lnTo>
                <a:close/>
                <a:moveTo>
                  <a:pt x="1554329" y="780647"/>
                </a:moveTo>
                <a:lnTo>
                  <a:pt x="1554329" y="1003534"/>
                </a:lnTo>
                <a:lnTo>
                  <a:pt x="1026872" y="1530991"/>
                </a:lnTo>
                <a:lnTo>
                  <a:pt x="803985" y="1530991"/>
                </a:lnTo>
                <a:close/>
                <a:moveTo>
                  <a:pt x="1554329" y="328768"/>
                </a:moveTo>
                <a:lnTo>
                  <a:pt x="1554329" y="551657"/>
                </a:lnTo>
                <a:lnTo>
                  <a:pt x="574996" y="1530991"/>
                </a:lnTo>
                <a:lnTo>
                  <a:pt x="352106" y="1530991"/>
                </a:lnTo>
                <a:close/>
                <a:moveTo>
                  <a:pt x="1431216" y="0"/>
                </a:moveTo>
                <a:lnTo>
                  <a:pt x="1481194" y="0"/>
                </a:lnTo>
                <a:cubicBezTo>
                  <a:pt x="1521585" y="0"/>
                  <a:pt x="1554329" y="32744"/>
                  <a:pt x="1554329" y="73135"/>
                </a:cubicBezTo>
                <a:lnTo>
                  <a:pt x="1554329" y="99778"/>
                </a:lnTo>
                <a:lnTo>
                  <a:pt x="123117" y="1530991"/>
                </a:lnTo>
                <a:lnTo>
                  <a:pt x="73135" y="1530991"/>
                </a:lnTo>
                <a:cubicBezTo>
                  <a:pt x="32744" y="1530991"/>
                  <a:pt x="0" y="1498247"/>
                  <a:pt x="0" y="1457856"/>
                </a:cubicBezTo>
                <a:lnTo>
                  <a:pt x="0" y="1431217"/>
                </a:lnTo>
                <a:close/>
                <a:moveTo>
                  <a:pt x="979338" y="0"/>
                </a:moveTo>
                <a:lnTo>
                  <a:pt x="1202227" y="0"/>
                </a:lnTo>
                <a:lnTo>
                  <a:pt x="0" y="1202228"/>
                </a:lnTo>
                <a:lnTo>
                  <a:pt x="0" y="979338"/>
                </a:lnTo>
                <a:close/>
                <a:moveTo>
                  <a:pt x="527458" y="0"/>
                </a:moveTo>
                <a:lnTo>
                  <a:pt x="750348"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47" name="Google Shape;47;p23"/>
          <p:cNvSpPr/>
          <p:nvPr/>
        </p:nvSpPr>
        <p:spPr>
          <a:xfrm>
            <a:off x="5649778" y="5587996"/>
            <a:ext cx="1014300" cy="999070"/>
          </a:xfrm>
          <a:custGeom>
            <a:rect b="b" l="l" r="r" t="t"/>
            <a:pathLst>
              <a:path extrusionOk="0" h="1530991" w="1554329">
                <a:moveTo>
                  <a:pt x="1554329" y="1232524"/>
                </a:moveTo>
                <a:lnTo>
                  <a:pt x="1554329" y="1457856"/>
                </a:lnTo>
                <a:cubicBezTo>
                  <a:pt x="1554329" y="1498247"/>
                  <a:pt x="1521585" y="1530991"/>
                  <a:pt x="1481194" y="1530991"/>
                </a:cubicBezTo>
                <a:lnTo>
                  <a:pt x="1255862" y="1530991"/>
                </a:lnTo>
                <a:close/>
                <a:moveTo>
                  <a:pt x="1554329" y="780647"/>
                </a:moveTo>
                <a:lnTo>
                  <a:pt x="1554329" y="1003535"/>
                </a:lnTo>
                <a:lnTo>
                  <a:pt x="1026873" y="1530991"/>
                </a:lnTo>
                <a:lnTo>
                  <a:pt x="803985" y="1530991"/>
                </a:lnTo>
                <a:close/>
                <a:moveTo>
                  <a:pt x="1554329" y="328768"/>
                </a:moveTo>
                <a:lnTo>
                  <a:pt x="1554329" y="551658"/>
                </a:lnTo>
                <a:lnTo>
                  <a:pt x="574996" y="1530991"/>
                </a:lnTo>
                <a:lnTo>
                  <a:pt x="352106" y="1530991"/>
                </a:lnTo>
                <a:close/>
                <a:moveTo>
                  <a:pt x="1431217" y="0"/>
                </a:moveTo>
                <a:lnTo>
                  <a:pt x="1481194" y="0"/>
                </a:lnTo>
                <a:cubicBezTo>
                  <a:pt x="1521585" y="0"/>
                  <a:pt x="1554329" y="32744"/>
                  <a:pt x="1554329" y="73135"/>
                </a:cubicBezTo>
                <a:lnTo>
                  <a:pt x="1554329" y="99779"/>
                </a:lnTo>
                <a:lnTo>
                  <a:pt x="123117" y="1530991"/>
                </a:lnTo>
                <a:lnTo>
                  <a:pt x="73135" y="1530991"/>
                </a:lnTo>
                <a:cubicBezTo>
                  <a:pt x="32744" y="1530991"/>
                  <a:pt x="0" y="1498247"/>
                  <a:pt x="0" y="1457856"/>
                </a:cubicBezTo>
                <a:lnTo>
                  <a:pt x="0" y="1431217"/>
                </a:lnTo>
                <a:close/>
                <a:moveTo>
                  <a:pt x="979338" y="0"/>
                </a:moveTo>
                <a:lnTo>
                  <a:pt x="1202228" y="0"/>
                </a:lnTo>
                <a:lnTo>
                  <a:pt x="0" y="1202228"/>
                </a:lnTo>
                <a:lnTo>
                  <a:pt x="0" y="979338"/>
                </a:lnTo>
                <a:close/>
                <a:moveTo>
                  <a:pt x="527458" y="0"/>
                </a:moveTo>
                <a:lnTo>
                  <a:pt x="750349"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1438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descr="A picture containing object, clock&#10;&#10;Description automatically generated" id="48" name="Google Shape;48;p23"/>
          <p:cNvPicPr preferRelativeResize="0"/>
          <p:nvPr/>
        </p:nvPicPr>
        <p:blipFill rotWithShape="1">
          <a:blip r:embed="rId3">
            <a:alphaModFix/>
          </a:blip>
          <a:srcRect b="0" l="0" r="0" t="0"/>
          <a:stretch/>
        </p:blipFill>
        <p:spPr>
          <a:xfrm>
            <a:off x="965200" y="1073141"/>
            <a:ext cx="2181595" cy="60575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49" name="Shape 49"/>
        <p:cNvGrpSpPr/>
        <p:nvPr/>
      </p:nvGrpSpPr>
      <p:grpSpPr>
        <a:xfrm>
          <a:off x="0" y="0"/>
          <a:ext cx="0" cy="0"/>
          <a:chOff x="0" y="0"/>
          <a:chExt cx="0" cy="0"/>
        </a:xfrm>
      </p:grpSpPr>
      <p:sp>
        <p:nvSpPr>
          <p:cNvPr id="50" name="Google Shape;50;p24"/>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4"/>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52" name="Google Shape;52;p24"/>
          <p:cNvSpPr txBox="1"/>
          <p:nvPr>
            <p:ph idx="12" type="sldNum"/>
          </p:nvPr>
        </p:nvSpPr>
        <p:spPr>
          <a:xfrm>
            <a:off x="11125200" y="6304610"/>
            <a:ext cx="838200" cy="365760"/>
          </a:xfrm>
          <a:prstGeom prst="rect">
            <a:avLst/>
          </a:prstGeom>
          <a:solidFill>
            <a:srgbClr val="14385F"/>
          </a:solid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3" name="Google Shape;53;p24"/>
          <p:cNvSpPr txBox="1"/>
          <p:nvPr>
            <p:ph idx="11" type="ftr"/>
          </p:nvPr>
        </p:nvSpPr>
        <p:spPr>
          <a:xfrm>
            <a:off x="8388349" y="6304928"/>
            <a:ext cx="2733041" cy="365125"/>
          </a:xfrm>
          <a:prstGeom prst="rect">
            <a:avLst/>
          </a:prstGeom>
          <a:solidFill>
            <a:srgbClr val="14385F"/>
          </a:solid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54" name="Google Shape;54;p24"/>
          <p:cNvCxnSpPr/>
          <p:nvPr/>
        </p:nvCxnSpPr>
        <p:spPr>
          <a:xfrm>
            <a:off x="11122660" y="6304610"/>
            <a:ext cx="0" cy="365760"/>
          </a:xfrm>
          <a:prstGeom prst="straightConnector1">
            <a:avLst/>
          </a:prstGeom>
          <a:noFill/>
          <a:ln cap="flat" cmpd="sng" w="12700">
            <a:solidFill>
              <a:srgbClr val="0F2446"/>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55" name="Shape 55"/>
        <p:cNvGrpSpPr/>
        <p:nvPr/>
      </p:nvGrpSpPr>
      <p:grpSpPr>
        <a:xfrm>
          <a:off x="0" y="0"/>
          <a:ext cx="0" cy="0"/>
          <a:chOff x="0" y="0"/>
          <a:chExt cx="0" cy="0"/>
        </a:xfrm>
      </p:grpSpPr>
      <p:sp>
        <p:nvSpPr>
          <p:cNvPr id="56" name="Google Shape;56;p25"/>
          <p:cNvSpPr txBox="1"/>
          <p:nvPr>
            <p:ph type="title"/>
          </p:nvPr>
        </p:nvSpPr>
        <p:spPr>
          <a:xfrm>
            <a:off x="0" y="631529"/>
            <a:ext cx="5190371" cy="1822277"/>
          </a:xfrm>
          <a:prstGeom prst="rect">
            <a:avLst/>
          </a:prstGeom>
          <a:noFill/>
          <a:ln>
            <a:noFill/>
          </a:ln>
        </p:spPr>
        <p:txBody>
          <a:bodyPr anchorCtr="0" anchor="t"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5"/>
          <p:cNvSpPr txBox="1"/>
          <p:nvPr>
            <p:ph idx="1" type="body"/>
          </p:nvPr>
        </p:nvSpPr>
        <p:spPr>
          <a:xfrm>
            <a:off x="5460086" y="631529"/>
            <a:ext cx="6731914" cy="5321215"/>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58" name="Google Shape;58;p25"/>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59" name="Google Shape;59;p25"/>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0" name="Google Shape;60;p25"/>
          <p:cNvCxnSpPr/>
          <p:nvPr/>
        </p:nvCxnSpPr>
        <p:spPr>
          <a:xfrm>
            <a:off x="11122660" y="6304610"/>
            <a:ext cx="0" cy="365760"/>
          </a:xfrm>
          <a:prstGeom prst="straightConnector1">
            <a:avLst/>
          </a:prstGeom>
          <a:noFill/>
          <a:ln cap="flat" cmpd="sng" w="12700">
            <a:solidFill>
              <a:srgbClr val="0F2446"/>
            </a:solidFill>
            <a:prstDash val="solid"/>
            <a:round/>
            <a:headEnd len="sm" w="sm" type="none"/>
            <a:tailEnd len="sm" w="sm" type="none"/>
          </a:ln>
        </p:spPr>
      </p:cxnSp>
      <p:sp>
        <p:nvSpPr>
          <p:cNvPr id="61" name="Google Shape;61;p25"/>
          <p:cNvSpPr txBox="1"/>
          <p:nvPr>
            <p:ph idx="2" type="subTitle"/>
          </p:nvPr>
        </p:nvSpPr>
        <p:spPr>
          <a:xfrm>
            <a:off x="-1" y="2492554"/>
            <a:ext cx="5190371" cy="2065567"/>
          </a:xfrm>
          <a:prstGeom prst="rect">
            <a:avLst/>
          </a:prstGeom>
          <a:noFill/>
          <a:ln>
            <a:noFill/>
          </a:ln>
        </p:spPr>
        <p:txBody>
          <a:bodyPr anchorCtr="0" anchor="t" bIns="45700" lIns="457200" spcFirstLastPara="1" rIns="91425" wrap="square" tIns="45700">
            <a:noAutofit/>
          </a:bodyPr>
          <a:lstStyle>
            <a:lvl1pPr lvl="0" algn="l">
              <a:lnSpc>
                <a:spcPct val="100000"/>
              </a:lnSpc>
              <a:spcBef>
                <a:spcPts val="900"/>
              </a:spcBef>
              <a:spcAft>
                <a:spcPts val="0"/>
              </a:spcAft>
              <a:buSzPts val="1800"/>
              <a:buChar char="◦"/>
              <a:defRPr b="1" sz="1800"/>
            </a:lvl1pPr>
            <a:lvl2pPr lvl="1" algn="l">
              <a:lnSpc>
                <a:spcPct val="100000"/>
              </a:lnSpc>
              <a:spcBef>
                <a:spcPts val="600"/>
              </a:spcBef>
              <a:spcAft>
                <a:spcPts val="0"/>
              </a:spcAft>
              <a:buSzPts val="1800"/>
              <a:buChar char="◦"/>
              <a:defRPr/>
            </a:lvl2pPr>
            <a:lvl3pPr lvl="2" algn="l">
              <a:lnSpc>
                <a:spcPct val="100000"/>
              </a:lnSpc>
              <a:spcBef>
                <a:spcPts val="600"/>
              </a:spcBef>
              <a:spcAft>
                <a:spcPts val="0"/>
              </a:spcAft>
              <a:buSzPts val="1800"/>
              <a:buChar char="◦"/>
              <a:defRPr/>
            </a:lvl3pPr>
            <a:lvl4pPr lvl="3" algn="l">
              <a:lnSpc>
                <a:spcPct val="100000"/>
              </a:lnSpc>
              <a:spcBef>
                <a:spcPts val="600"/>
              </a:spcBef>
              <a:spcAft>
                <a:spcPts val="0"/>
              </a:spcAft>
              <a:buSzPts val="1800"/>
              <a:buChar char="◦"/>
              <a:defRPr/>
            </a:lvl4pPr>
            <a:lvl5pPr lvl="4" algn="l">
              <a:lnSpc>
                <a:spcPct val="100000"/>
              </a:lnSpc>
              <a:spcBef>
                <a:spcPts val="600"/>
              </a:spcBef>
              <a:spcAft>
                <a:spcPts val="0"/>
              </a:spcAft>
              <a:buSzPts val="1800"/>
              <a:buChar char="◦"/>
              <a:defRPr/>
            </a:lvl5pPr>
            <a:lvl6pPr lvl="5" algn="l">
              <a:lnSpc>
                <a:spcPct val="100000"/>
              </a:lnSpc>
              <a:spcBef>
                <a:spcPts val="6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showMasterSp="0">
  <p:cSld name="8_Title and Content">
    <p:spTree>
      <p:nvGrpSpPr>
        <p:cNvPr id="62" name="Shape 62"/>
        <p:cNvGrpSpPr/>
        <p:nvPr/>
      </p:nvGrpSpPr>
      <p:grpSpPr>
        <a:xfrm>
          <a:off x="0" y="0"/>
          <a:ext cx="0" cy="0"/>
          <a:chOff x="0" y="0"/>
          <a:chExt cx="0" cy="0"/>
        </a:xfrm>
      </p:grpSpPr>
      <p:sp>
        <p:nvSpPr>
          <p:cNvPr id="63" name="Google Shape;63;p26"/>
          <p:cNvSpPr txBox="1"/>
          <p:nvPr>
            <p:ph idx="12" type="sldNum"/>
          </p:nvPr>
        </p:nvSpPr>
        <p:spPr>
          <a:xfrm>
            <a:off x="11125200" y="6330736"/>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chemeClr val="lt1"/>
                </a:solidFill>
                <a:latin typeface="Rubik"/>
                <a:ea typeface="Rubik"/>
                <a:cs typeface="Rubik"/>
                <a:sym typeface="Rubik"/>
              </a:defRPr>
            </a:lvl1pPr>
            <a:lvl2pPr indent="0" lvl="1" marL="0" algn="l">
              <a:spcBef>
                <a:spcPts val="0"/>
              </a:spcBef>
              <a:buNone/>
              <a:defRPr sz="1200">
                <a:solidFill>
                  <a:schemeClr val="lt1"/>
                </a:solidFill>
                <a:latin typeface="Rubik"/>
                <a:ea typeface="Rubik"/>
                <a:cs typeface="Rubik"/>
                <a:sym typeface="Rubik"/>
              </a:defRPr>
            </a:lvl2pPr>
            <a:lvl3pPr indent="0" lvl="2" marL="0" algn="l">
              <a:spcBef>
                <a:spcPts val="0"/>
              </a:spcBef>
              <a:buNone/>
              <a:defRPr sz="1200">
                <a:solidFill>
                  <a:schemeClr val="lt1"/>
                </a:solidFill>
                <a:latin typeface="Rubik"/>
                <a:ea typeface="Rubik"/>
                <a:cs typeface="Rubik"/>
                <a:sym typeface="Rubik"/>
              </a:defRPr>
            </a:lvl3pPr>
            <a:lvl4pPr indent="0" lvl="3" marL="0" algn="l">
              <a:spcBef>
                <a:spcPts val="0"/>
              </a:spcBef>
              <a:buNone/>
              <a:defRPr sz="1200">
                <a:solidFill>
                  <a:schemeClr val="lt1"/>
                </a:solidFill>
                <a:latin typeface="Rubik"/>
                <a:ea typeface="Rubik"/>
                <a:cs typeface="Rubik"/>
                <a:sym typeface="Rubik"/>
              </a:defRPr>
            </a:lvl4pPr>
            <a:lvl5pPr indent="0" lvl="4" marL="0" algn="l">
              <a:spcBef>
                <a:spcPts val="0"/>
              </a:spcBef>
              <a:buNone/>
              <a:defRPr sz="1200">
                <a:solidFill>
                  <a:schemeClr val="lt1"/>
                </a:solidFill>
                <a:latin typeface="Rubik"/>
                <a:ea typeface="Rubik"/>
                <a:cs typeface="Rubik"/>
                <a:sym typeface="Rubik"/>
              </a:defRPr>
            </a:lvl5pPr>
            <a:lvl6pPr indent="0" lvl="5" marL="0" algn="l">
              <a:spcBef>
                <a:spcPts val="0"/>
              </a:spcBef>
              <a:buNone/>
              <a:defRPr sz="1200">
                <a:solidFill>
                  <a:schemeClr val="lt1"/>
                </a:solidFill>
                <a:latin typeface="Rubik"/>
                <a:ea typeface="Rubik"/>
                <a:cs typeface="Rubik"/>
                <a:sym typeface="Rubik"/>
              </a:defRPr>
            </a:lvl6pPr>
            <a:lvl7pPr indent="0" lvl="6" marL="0" algn="l">
              <a:spcBef>
                <a:spcPts val="0"/>
              </a:spcBef>
              <a:buNone/>
              <a:defRPr sz="1200">
                <a:solidFill>
                  <a:schemeClr val="lt1"/>
                </a:solidFill>
                <a:latin typeface="Rubik"/>
                <a:ea typeface="Rubik"/>
                <a:cs typeface="Rubik"/>
                <a:sym typeface="Rubik"/>
              </a:defRPr>
            </a:lvl7pPr>
            <a:lvl8pPr indent="0" lvl="7" marL="0" algn="l">
              <a:spcBef>
                <a:spcPts val="0"/>
              </a:spcBef>
              <a:buNone/>
              <a:defRPr sz="1200">
                <a:solidFill>
                  <a:schemeClr val="lt1"/>
                </a:solidFill>
                <a:latin typeface="Rubik"/>
                <a:ea typeface="Rubik"/>
                <a:cs typeface="Rubik"/>
                <a:sym typeface="Rubik"/>
              </a:defRPr>
            </a:lvl8pPr>
            <a:lvl9pPr indent="0" lvl="8" mar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64" name="Google Shape;64;p26"/>
          <p:cNvSpPr txBox="1"/>
          <p:nvPr>
            <p:ph idx="11" type="ftr"/>
          </p:nvPr>
        </p:nvSpPr>
        <p:spPr>
          <a:xfrm>
            <a:off x="8388349" y="6331054"/>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5" name="Google Shape;65;p26"/>
          <p:cNvCxnSpPr/>
          <p:nvPr/>
        </p:nvCxnSpPr>
        <p:spPr>
          <a:xfrm>
            <a:off x="11122660" y="6330736"/>
            <a:ext cx="0" cy="36576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showMasterSp="0">
  <p:cSld name="11_Title and Content">
    <p:bg>
      <p:bgPr>
        <a:solidFill>
          <a:srgbClr val="0F2446"/>
        </a:solidFill>
      </p:bgPr>
    </p:bg>
    <p:spTree>
      <p:nvGrpSpPr>
        <p:cNvPr id="66" name="Shape 66"/>
        <p:cNvGrpSpPr/>
        <p:nvPr/>
      </p:nvGrpSpPr>
      <p:grpSpPr>
        <a:xfrm>
          <a:off x="0" y="0"/>
          <a:ext cx="0" cy="0"/>
          <a:chOff x="0" y="0"/>
          <a:chExt cx="0" cy="0"/>
        </a:xfrm>
      </p:grpSpPr>
      <p:sp>
        <p:nvSpPr>
          <p:cNvPr id="67" name="Google Shape;67;p27"/>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7"/>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69" name="Google Shape;69;p27"/>
          <p:cNvSpPr txBox="1"/>
          <p:nvPr>
            <p:ph idx="12" type="sldNum"/>
          </p:nvPr>
        </p:nvSpPr>
        <p:spPr>
          <a:xfrm>
            <a:off x="11125200" y="6304610"/>
            <a:ext cx="838200" cy="365760"/>
          </a:xfrm>
          <a:prstGeom prst="rect">
            <a:avLst/>
          </a:prstGeom>
          <a:solidFill>
            <a:srgbClr val="0F2446"/>
          </a:solid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70" name="Google Shape;70;p27"/>
          <p:cNvSpPr txBox="1"/>
          <p:nvPr>
            <p:ph idx="11" type="ftr"/>
          </p:nvPr>
        </p:nvSpPr>
        <p:spPr>
          <a:xfrm>
            <a:off x="8388349" y="6304928"/>
            <a:ext cx="2733041" cy="365125"/>
          </a:xfrm>
          <a:prstGeom prst="rect">
            <a:avLst/>
          </a:prstGeom>
          <a:solidFill>
            <a:srgbClr val="0F2446"/>
          </a:solid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1" name="Google Shape;71;p27"/>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pic>
        <p:nvPicPr>
          <p:cNvPr descr="A picture containing object, clock&#10;&#10;Description automatically generated" id="72" name="Google Shape;72;p27"/>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showMasterSp="0">
  <p:cSld name="12_Title and Content">
    <p:bg>
      <p:bgPr>
        <a:solidFill>
          <a:srgbClr val="0F2446"/>
        </a:solidFill>
      </p:bgPr>
    </p:bg>
    <p:spTree>
      <p:nvGrpSpPr>
        <p:cNvPr id="73" name="Shape 73"/>
        <p:cNvGrpSpPr/>
        <p:nvPr/>
      </p:nvGrpSpPr>
      <p:grpSpPr>
        <a:xfrm>
          <a:off x="0" y="0"/>
          <a:ext cx="0" cy="0"/>
          <a:chOff x="0" y="0"/>
          <a:chExt cx="0" cy="0"/>
        </a:xfrm>
      </p:grpSpPr>
      <p:sp>
        <p:nvSpPr>
          <p:cNvPr id="74" name="Google Shape;74;p28"/>
          <p:cNvSpPr txBox="1"/>
          <p:nvPr>
            <p:ph type="title"/>
          </p:nvPr>
        </p:nvSpPr>
        <p:spPr>
          <a:xfrm>
            <a:off x="0" y="631529"/>
            <a:ext cx="5190371" cy="1822277"/>
          </a:xfrm>
          <a:prstGeom prst="rect">
            <a:avLst/>
          </a:prstGeom>
          <a:noFill/>
          <a:ln>
            <a:noFill/>
          </a:ln>
        </p:spPr>
        <p:txBody>
          <a:bodyPr anchorCtr="0" anchor="t"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8"/>
          <p:cNvSpPr txBox="1"/>
          <p:nvPr>
            <p:ph idx="1" type="body"/>
          </p:nvPr>
        </p:nvSpPr>
        <p:spPr>
          <a:xfrm>
            <a:off x="5460086" y="631529"/>
            <a:ext cx="6731914" cy="5321215"/>
          </a:xfrm>
          <a:prstGeom prst="rect">
            <a:avLst/>
          </a:prstGeom>
          <a:noFill/>
          <a:ln>
            <a:noFill/>
          </a:ln>
        </p:spPr>
        <p:txBody>
          <a:bodyPr anchorCtr="0" anchor="t" bIns="45700" lIns="457200" spcFirstLastPara="1" rIns="91425" wrap="square" tIns="45700">
            <a:normAutofit/>
          </a:bodyPr>
          <a:lstStyle>
            <a:lvl1pPr indent="-342900" lvl="0" marL="457200" algn="l">
              <a:lnSpc>
                <a:spcPct val="100000"/>
              </a:lnSpc>
              <a:spcBef>
                <a:spcPts val="900"/>
              </a:spcBef>
              <a:spcAft>
                <a:spcPts val="0"/>
              </a:spcAft>
              <a:buSzPts val="1800"/>
              <a:buChar char="◦"/>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76" name="Google Shape;76;p28"/>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77" name="Google Shape;77;p28"/>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28"/>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sp>
        <p:nvSpPr>
          <p:cNvPr id="79" name="Google Shape;79;p28"/>
          <p:cNvSpPr txBox="1"/>
          <p:nvPr>
            <p:ph idx="2" type="subTitle"/>
          </p:nvPr>
        </p:nvSpPr>
        <p:spPr>
          <a:xfrm>
            <a:off x="-1" y="2492554"/>
            <a:ext cx="5190371" cy="2065567"/>
          </a:xfrm>
          <a:prstGeom prst="rect">
            <a:avLst/>
          </a:prstGeom>
          <a:noFill/>
          <a:ln>
            <a:noFill/>
          </a:ln>
        </p:spPr>
        <p:txBody>
          <a:bodyPr anchorCtr="0" anchor="t" bIns="45700" lIns="457200" spcFirstLastPara="1" rIns="91425" wrap="square" tIns="45700">
            <a:noAutofit/>
          </a:bodyPr>
          <a:lstStyle>
            <a:lvl1pPr lvl="0" algn="l">
              <a:lnSpc>
                <a:spcPct val="100000"/>
              </a:lnSpc>
              <a:spcBef>
                <a:spcPts val="900"/>
              </a:spcBef>
              <a:spcAft>
                <a:spcPts val="0"/>
              </a:spcAft>
              <a:buSzPts val="1800"/>
              <a:buChar char="◦"/>
              <a:defRPr b="1" sz="1800"/>
            </a:lvl1pPr>
            <a:lvl2pPr lvl="1" algn="l">
              <a:lnSpc>
                <a:spcPct val="100000"/>
              </a:lnSpc>
              <a:spcBef>
                <a:spcPts val="600"/>
              </a:spcBef>
              <a:spcAft>
                <a:spcPts val="0"/>
              </a:spcAft>
              <a:buSzPts val="1800"/>
              <a:buChar char="◦"/>
              <a:defRPr/>
            </a:lvl2pPr>
            <a:lvl3pPr lvl="2" algn="l">
              <a:lnSpc>
                <a:spcPct val="100000"/>
              </a:lnSpc>
              <a:spcBef>
                <a:spcPts val="600"/>
              </a:spcBef>
              <a:spcAft>
                <a:spcPts val="0"/>
              </a:spcAft>
              <a:buSzPts val="1800"/>
              <a:buChar char="◦"/>
              <a:defRPr/>
            </a:lvl3pPr>
            <a:lvl4pPr lvl="3" algn="l">
              <a:lnSpc>
                <a:spcPct val="100000"/>
              </a:lnSpc>
              <a:spcBef>
                <a:spcPts val="600"/>
              </a:spcBef>
              <a:spcAft>
                <a:spcPts val="0"/>
              </a:spcAft>
              <a:buSzPts val="1800"/>
              <a:buChar char="◦"/>
              <a:defRPr/>
            </a:lvl4pPr>
            <a:lvl5pPr lvl="4" algn="l">
              <a:lnSpc>
                <a:spcPct val="100000"/>
              </a:lnSpc>
              <a:spcBef>
                <a:spcPts val="600"/>
              </a:spcBef>
              <a:spcAft>
                <a:spcPts val="0"/>
              </a:spcAft>
              <a:buSzPts val="1800"/>
              <a:buChar char="◦"/>
              <a:defRPr/>
            </a:lvl5pPr>
            <a:lvl6pPr lvl="5" algn="l">
              <a:lnSpc>
                <a:spcPct val="100000"/>
              </a:lnSpc>
              <a:spcBef>
                <a:spcPts val="6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pic>
        <p:nvPicPr>
          <p:cNvPr descr="A picture containing object, clock&#10;&#10;Description automatically generated" id="80" name="Google Shape;80;p28"/>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and Content" showMasterSp="0">
  <p:cSld name="13_Title and Content">
    <p:bg>
      <p:bgPr>
        <a:solidFill>
          <a:srgbClr val="0F2446"/>
        </a:solidFill>
      </p:bgPr>
    </p:bg>
    <p:spTree>
      <p:nvGrpSpPr>
        <p:cNvPr id="81" name="Shape 81"/>
        <p:cNvGrpSpPr/>
        <p:nvPr/>
      </p:nvGrpSpPr>
      <p:grpSpPr>
        <a:xfrm>
          <a:off x="0" y="0"/>
          <a:ext cx="0" cy="0"/>
          <a:chOff x="0" y="0"/>
          <a:chExt cx="0" cy="0"/>
        </a:xfrm>
      </p:grpSpPr>
      <p:sp>
        <p:nvSpPr>
          <p:cNvPr id="82" name="Google Shape;82;p29"/>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83" name="Google Shape;83;p29"/>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4" name="Google Shape;84;p29"/>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pic>
        <p:nvPicPr>
          <p:cNvPr descr="A picture containing object, clock&#10;&#10;Description automatically generated" id="85" name="Google Shape;85;p29"/>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showMasterSp="0">
  <p:cSld name="14_Title and Content">
    <p:bg>
      <p:bgPr>
        <a:solidFill>
          <a:srgbClr val="0F2446"/>
        </a:solidFill>
      </p:bgPr>
    </p:bg>
    <p:spTree>
      <p:nvGrpSpPr>
        <p:cNvPr id="86" name="Shape 86"/>
        <p:cNvGrpSpPr/>
        <p:nvPr/>
      </p:nvGrpSpPr>
      <p:grpSpPr>
        <a:xfrm>
          <a:off x="0" y="0"/>
          <a:ext cx="0" cy="0"/>
          <a:chOff x="0" y="0"/>
          <a:chExt cx="0" cy="0"/>
        </a:xfrm>
      </p:grpSpPr>
      <p:sp>
        <p:nvSpPr>
          <p:cNvPr id="87" name="Google Shape;87;p30"/>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chemeClr val="lt1"/>
                </a:solidFill>
                <a:latin typeface="Rubik"/>
                <a:ea typeface="Rubik"/>
                <a:cs typeface="Rubik"/>
                <a:sym typeface="Rubik"/>
              </a:defRPr>
            </a:lvl1pPr>
            <a:lvl2pPr indent="0" lvl="1" marL="0" algn="l">
              <a:spcBef>
                <a:spcPts val="0"/>
              </a:spcBef>
              <a:buNone/>
              <a:defRPr sz="1200">
                <a:solidFill>
                  <a:schemeClr val="lt1"/>
                </a:solidFill>
                <a:latin typeface="Rubik"/>
                <a:ea typeface="Rubik"/>
                <a:cs typeface="Rubik"/>
                <a:sym typeface="Rubik"/>
              </a:defRPr>
            </a:lvl2pPr>
            <a:lvl3pPr indent="0" lvl="2" marL="0" algn="l">
              <a:spcBef>
                <a:spcPts val="0"/>
              </a:spcBef>
              <a:buNone/>
              <a:defRPr sz="1200">
                <a:solidFill>
                  <a:schemeClr val="lt1"/>
                </a:solidFill>
                <a:latin typeface="Rubik"/>
                <a:ea typeface="Rubik"/>
                <a:cs typeface="Rubik"/>
                <a:sym typeface="Rubik"/>
              </a:defRPr>
            </a:lvl3pPr>
            <a:lvl4pPr indent="0" lvl="3" marL="0" algn="l">
              <a:spcBef>
                <a:spcPts val="0"/>
              </a:spcBef>
              <a:buNone/>
              <a:defRPr sz="1200">
                <a:solidFill>
                  <a:schemeClr val="lt1"/>
                </a:solidFill>
                <a:latin typeface="Rubik"/>
                <a:ea typeface="Rubik"/>
                <a:cs typeface="Rubik"/>
                <a:sym typeface="Rubik"/>
              </a:defRPr>
            </a:lvl4pPr>
            <a:lvl5pPr indent="0" lvl="4" marL="0" algn="l">
              <a:spcBef>
                <a:spcPts val="0"/>
              </a:spcBef>
              <a:buNone/>
              <a:defRPr sz="1200">
                <a:solidFill>
                  <a:schemeClr val="lt1"/>
                </a:solidFill>
                <a:latin typeface="Rubik"/>
                <a:ea typeface="Rubik"/>
                <a:cs typeface="Rubik"/>
                <a:sym typeface="Rubik"/>
              </a:defRPr>
            </a:lvl5pPr>
            <a:lvl6pPr indent="0" lvl="5" marL="0" algn="l">
              <a:spcBef>
                <a:spcPts val="0"/>
              </a:spcBef>
              <a:buNone/>
              <a:defRPr sz="1200">
                <a:solidFill>
                  <a:schemeClr val="lt1"/>
                </a:solidFill>
                <a:latin typeface="Rubik"/>
                <a:ea typeface="Rubik"/>
                <a:cs typeface="Rubik"/>
                <a:sym typeface="Rubik"/>
              </a:defRPr>
            </a:lvl6pPr>
            <a:lvl7pPr indent="0" lvl="6" marL="0" algn="l">
              <a:spcBef>
                <a:spcPts val="0"/>
              </a:spcBef>
              <a:buNone/>
              <a:defRPr sz="1200">
                <a:solidFill>
                  <a:schemeClr val="lt1"/>
                </a:solidFill>
                <a:latin typeface="Rubik"/>
                <a:ea typeface="Rubik"/>
                <a:cs typeface="Rubik"/>
                <a:sym typeface="Rubik"/>
              </a:defRPr>
            </a:lvl7pPr>
            <a:lvl8pPr indent="0" lvl="7" marL="0" algn="l">
              <a:spcBef>
                <a:spcPts val="0"/>
              </a:spcBef>
              <a:buNone/>
              <a:defRPr sz="1200">
                <a:solidFill>
                  <a:schemeClr val="lt1"/>
                </a:solidFill>
                <a:latin typeface="Rubik"/>
                <a:ea typeface="Rubik"/>
                <a:cs typeface="Rubik"/>
                <a:sym typeface="Rubik"/>
              </a:defRPr>
            </a:lvl8pPr>
            <a:lvl9pPr indent="0" lvl="8" mar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88" name="Google Shape;88;p30"/>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30"/>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showMasterSp="0">
  <p:cSld name="4_Title and Content">
    <p:bg>
      <p:bgPr>
        <a:solidFill>
          <a:schemeClr val="lt1"/>
        </a:solidFill>
      </p:bgPr>
    </p:bg>
    <p:spTree>
      <p:nvGrpSpPr>
        <p:cNvPr id="90" name="Shape 90"/>
        <p:cNvGrpSpPr/>
        <p:nvPr/>
      </p:nvGrpSpPr>
      <p:grpSpPr>
        <a:xfrm>
          <a:off x="0" y="0"/>
          <a:ext cx="0" cy="0"/>
          <a:chOff x="0" y="0"/>
          <a:chExt cx="0" cy="0"/>
        </a:xfrm>
      </p:grpSpPr>
      <p:sp>
        <p:nvSpPr>
          <p:cNvPr id="91" name="Google Shape;91;p31"/>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0F2446"/>
              </a:buClr>
              <a:buSzPts val="4000"/>
              <a:buFont typeface="Rubik Light"/>
              <a:buNone/>
              <a:defRPr>
                <a:solidFill>
                  <a:srgbClr val="0F244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1"/>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81000" lvl="0" marL="457200" algn="l">
              <a:lnSpc>
                <a:spcPct val="100000"/>
              </a:lnSpc>
              <a:spcBef>
                <a:spcPts val="900"/>
              </a:spcBef>
              <a:spcAft>
                <a:spcPts val="0"/>
              </a:spcAft>
              <a:buSzPts val="2400"/>
              <a:buChar char="◦"/>
              <a:defRPr>
                <a:solidFill>
                  <a:srgbClr val="445469"/>
                </a:solidFill>
              </a:defRPr>
            </a:lvl1pPr>
            <a:lvl2pPr indent="-355600" lvl="1" marL="914400" algn="l">
              <a:lnSpc>
                <a:spcPct val="100000"/>
              </a:lnSpc>
              <a:spcBef>
                <a:spcPts val="600"/>
              </a:spcBef>
              <a:spcAft>
                <a:spcPts val="0"/>
              </a:spcAft>
              <a:buSzPts val="2000"/>
              <a:buChar char="◦"/>
              <a:defRPr>
                <a:solidFill>
                  <a:srgbClr val="445469"/>
                </a:solidFill>
              </a:defRPr>
            </a:lvl2pPr>
            <a:lvl3pPr indent="-355600" lvl="2" marL="1371600" algn="l">
              <a:lnSpc>
                <a:spcPct val="100000"/>
              </a:lnSpc>
              <a:spcBef>
                <a:spcPts val="600"/>
              </a:spcBef>
              <a:spcAft>
                <a:spcPts val="0"/>
              </a:spcAft>
              <a:buSzPts val="2000"/>
              <a:buChar char="◦"/>
              <a:defRPr>
                <a:solidFill>
                  <a:srgbClr val="445469"/>
                </a:solidFill>
              </a:defRPr>
            </a:lvl3pPr>
            <a:lvl4pPr indent="-355600" lvl="3" marL="1828800" algn="l">
              <a:lnSpc>
                <a:spcPct val="100000"/>
              </a:lnSpc>
              <a:spcBef>
                <a:spcPts val="600"/>
              </a:spcBef>
              <a:spcAft>
                <a:spcPts val="0"/>
              </a:spcAft>
              <a:buSzPts val="2000"/>
              <a:buChar char="◦"/>
              <a:defRPr>
                <a:solidFill>
                  <a:srgbClr val="445469"/>
                </a:solidFill>
              </a:defRPr>
            </a:lvl4pPr>
            <a:lvl5pPr indent="-355600" lvl="4" marL="2286000" algn="l">
              <a:lnSpc>
                <a:spcPct val="100000"/>
              </a:lnSpc>
              <a:spcBef>
                <a:spcPts val="600"/>
              </a:spcBef>
              <a:spcAft>
                <a:spcPts val="0"/>
              </a:spcAft>
              <a:buSzPts val="2000"/>
              <a:buChar char="◦"/>
              <a:defRPr>
                <a:solidFill>
                  <a:srgbClr val="445469"/>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93" name="Google Shape;93;p31"/>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rgbClr val="445469"/>
                </a:solidFill>
                <a:latin typeface="Rubik"/>
                <a:ea typeface="Rubik"/>
                <a:cs typeface="Rubik"/>
                <a:sym typeface="Rubik"/>
              </a:defRPr>
            </a:lvl1pPr>
            <a:lvl2pPr indent="0" lvl="1" marL="0" algn="l">
              <a:spcBef>
                <a:spcPts val="0"/>
              </a:spcBef>
              <a:buNone/>
              <a:defRPr sz="1200">
                <a:solidFill>
                  <a:srgbClr val="445469"/>
                </a:solidFill>
                <a:latin typeface="Rubik"/>
                <a:ea typeface="Rubik"/>
                <a:cs typeface="Rubik"/>
                <a:sym typeface="Rubik"/>
              </a:defRPr>
            </a:lvl2pPr>
            <a:lvl3pPr indent="0" lvl="2" marL="0" algn="l">
              <a:spcBef>
                <a:spcPts val="0"/>
              </a:spcBef>
              <a:buNone/>
              <a:defRPr sz="1200">
                <a:solidFill>
                  <a:srgbClr val="445469"/>
                </a:solidFill>
                <a:latin typeface="Rubik"/>
                <a:ea typeface="Rubik"/>
                <a:cs typeface="Rubik"/>
                <a:sym typeface="Rubik"/>
              </a:defRPr>
            </a:lvl3pPr>
            <a:lvl4pPr indent="0" lvl="3" marL="0" algn="l">
              <a:spcBef>
                <a:spcPts val="0"/>
              </a:spcBef>
              <a:buNone/>
              <a:defRPr sz="1200">
                <a:solidFill>
                  <a:srgbClr val="445469"/>
                </a:solidFill>
                <a:latin typeface="Rubik"/>
                <a:ea typeface="Rubik"/>
                <a:cs typeface="Rubik"/>
                <a:sym typeface="Rubik"/>
              </a:defRPr>
            </a:lvl4pPr>
            <a:lvl5pPr indent="0" lvl="4" marL="0" algn="l">
              <a:spcBef>
                <a:spcPts val="0"/>
              </a:spcBef>
              <a:buNone/>
              <a:defRPr sz="1200">
                <a:solidFill>
                  <a:srgbClr val="445469"/>
                </a:solidFill>
                <a:latin typeface="Rubik"/>
                <a:ea typeface="Rubik"/>
                <a:cs typeface="Rubik"/>
                <a:sym typeface="Rubik"/>
              </a:defRPr>
            </a:lvl5pPr>
            <a:lvl6pPr indent="0" lvl="5" marL="0" algn="l">
              <a:spcBef>
                <a:spcPts val="0"/>
              </a:spcBef>
              <a:buNone/>
              <a:defRPr sz="1200">
                <a:solidFill>
                  <a:srgbClr val="445469"/>
                </a:solidFill>
                <a:latin typeface="Rubik"/>
                <a:ea typeface="Rubik"/>
                <a:cs typeface="Rubik"/>
                <a:sym typeface="Rubik"/>
              </a:defRPr>
            </a:lvl6pPr>
            <a:lvl7pPr indent="0" lvl="6" marL="0" algn="l">
              <a:spcBef>
                <a:spcPts val="0"/>
              </a:spcBef>
              <a:buNone/>
              <a:defRPr sz="1200">
                <a:solidFill>
                  <a:srgbClr val="445469"/>
                </a:solidFill>
                <a:latin typeface="Rubik"/>
                <a:ea typeface="Rubik"/>
                <a:cs typeface="Rubik"/>
                <a:sym typeface="Rubik"/>
              </a:defRPr>
            </a:lvl7pPr>
            <a:lvl8pPr indent="0" lvl="7" marL="0" algn="l">
              <a:spcBef>
                <a:spcPts val="0"/>
              </a:spcBef>
              <a:buNone/>
              <a:defRPr sz="1200">
                <a:solidFill>
                  <a:srgbClr val="445469"/>
                </a:solidFill>
                <a:latin typeface="Rubik"/>
                <a:ea typeface="Rubik"/>
                <a:cs typeface="Rubik"/>
                <a:sym typeface="Rubik"/>
              </a:defRPr>
            </a:lvl8pPr>
            <a:lvl9pPr indent="0" lvl="8" marL="0" algn="l">
              <a:spcBef>
                <a:spcPts val="0"/>
              </a:spcBef>
              <a:buNone/>
              <a:defRPr sz="1200">
                <a:solidFill>
                  <a:srgbClr val="445469"/>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94" name="Google Shape;94;p31"/>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rgbClr val="445469"/>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5" name="Google Shape;95;p31"/>
          <p:cNvCxnSpPr/>
          <p:nvPr/>
        </p:nvCxnSpPr>
        <p:spPr>
          <a:xfrm>
            <a:off x="11122660" y="6304610"/>
            <a:ext cx="0" cy="365760"/>
          </a:xfrm>
          <a:prstGeom prst="straightConnector1">
            <a:avLst/>
          </a:prstGeom>
          <a:noFill/>
          <a:ln cap="flat" cmpd="sng" w="12700">
            <a:solidFill>
              <a:srgbClr val="445469"/>
            </a:solidFill>
            <a:prstDash val="solid"/>
            <a:round/>
            <a:headEnd len="sm" w="sm" type="none"/>
            <a:tailEnd len="sm" w="sm" type="none"/>
          </a:ln>
        </p:spPr>
      </p:cxnSp>
      <p:pic>
        <p:nvPicPr>
          <p:cNvPr descr="A picture containing object, clock&#10;&#10;Description automatically generated" id="96" name="Google Shape;96;p31"/>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showMasterSp="0">
  <p:cSld name="5_Title and Content">
    <p:bg>
      <p:bgPr>
        <a:solidFill>
          <a:schemeClr val="lt1"/>
        </a:solidFill>
      </p:bgPr>
    </p:bg>
    <p:spTree>
      <p:nvGrpSpPr>
        <p:cNvPr id="97" name="Shape 97"/>
        <p:cNvGrpSpPr/>
        <p:nvPr/>
      </p:nvGrpSpPr>
      <p:grpSpPr>
        <a:xfrm>
          <a:off x="0" y="0"/>
          <a:ext cx="0" cy="0"/>
          <a:chOff x="0" y="0"/>
          <a:chExt cx="0" cy="0"/>
        </a:xfrm>
      </p:grpSpPr>
      <p:sp>
        <p:nvSpPr>
          <p:cNvPr id="98" name="Google Shape;98;p32"/>
          <p:cNvSpPr txBox="1"/>
          <p:nvPr>
            <p:ph type="title"/>
          </p:nvPr>
        </p:nvSpPr>
        <p:spPr>
          <a:xfrm>
            <a:off x="0" y="631529"/>
            <a:ext cx="5190371" cy="1822277"/>
          </a:xfrm>
          <a:prstGeom prst="rect">
            <a:avLst/>
          </a:prstGeom>
          <a:noFill/>
          <a:ln>
            <a:noFill/>
          </a:ln>
        </p:spPr>
        <p:txBody>
          <a:bodyPr anchorCtr="0" anchor="t" bIns="45700" lIns="457200" spcFirstLastPara="1" rIns="91425" wrap="square" tIns="45700">
            <a:normAutofit/>
          </a:bodyPr>
          <a:lstStyle>
            <a:lvl1pPr lvl="0" algn="l">
              <a:lnSpc>
                <a:spcPct val="100000"/>
              </a:lnSpc>
              <a:spcBef>
                <a:spcPts val="0"/>
              </a:spcBef>
              <a:spcAft>
                <a:spcPts val="0"/>
              </a:spcAft>
              <a:buClr>
                <a:srgbClr val="0F2446"/>
              </a:buClr>
              <a:buSzPts val="4000"/>
              <a:buFont typeface="Rubik Light"/>
              <a:buNone/>
              <a:defRPr>
                <a:solidFill>
                  <a:srgbClr val="0F244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32"/>
          <p:cNvSpPr txBox="1"/>
          <p:nvPr>
            <p:ph idx="1" type="body"/>
          </p:nvPr>
        </p:nvSpPr>
        <p:spPr>
          <a:xfrm>
            <a:off x="5460086" y="631529"/>
            <a:ext cx="6731914" cy="5321215"/>
          </a:xfrm>
          <a:prstGeom prst="rect">
            <a:avLst/>
          </a:prstGeom>
          <a:noFill/>
          <a:ln>
            <a:noFill/>
          </a:ln>
        </p:spPr>
        <p:txBody>
          <a:bodyPr anchorCtr="0" anchor="t" bIns="45700" lIns="457200" spcFirstLastPara="1" rIns="91425" wrap="square" tIns="45700">
            <a:normAutofit/>
          </a:bodyPr>
          <a:lstStyle>
            <a:lvl1pPr indent="-381000" lvl="0" marL="457200" algn="l">
              <a:lnSpc>
                <a:spcPct val="100000"/>
              </a:lnSpc>
              <a:spcBef>
                <a:spcPts val="900"/>
              </a:spcBef>
              <a:spcAft>
                <a:spcPts val="0"/>
              </a:spcAft>
              <a:buSzPts val="2400"/>
              <a:buChar char="◦"/>
              <a:defRPr>
                <a:solidFill>
                  <a:srgbClr val="445469"/>
                </a:solidFill>
              </a:defRPr>
            </a:lvl1pPr>
            <a:lvl2pPr indent="-355600" lvl="1" marL="914400" algn="l">
              <a:lnSpc>
                <a:spcPct val="100000"/>
              </a:lnSpc>
              <a:spcBef>
                <a:spcPts val="600"/>
              </a:spcBef>
              <a:spcAft>
                <a:spcPts val="0"/>
              </a:spcAft>
              <a:buSzPts val="2000"/>
              <a:buChar char="◦"/>
              <a:defRPr>
                <a:solidFill>
                  <a:srgbClr val="445469"/>
                </a:solidFill>
              </a:defRPr>
            </a:lvl2pPr>
            <a:lvl3pPr indent="-355600" lvl="2" marL="1371600" algn="l">
              <a:lnSpc>
                <a:spcPct val="100000"/>
              </a:lnSpc>
              <a:spcBef>
                <a:spcPts val="600"/>
              </a:spcBef>
              <a:spcAft>
                <a:spcPts val="0"/>
              </a:spcAft>
              <a:buSzPts val="2000"/>
              <a:buChar char="◦"/>
              <a:defRPr>
                <a:solidFill>
                  <a:srgbClr val="445469"/>
                </a:solidFill>
              </a:defRPr>
            </a:lvl3pPr>
            <a:lvl4pPr indent="-355600" lvl="3" marL="1828800" algn="l">
              <a:lnSpc>
                <a:spcPct val="100000"/>
              </a:lnSpc>
              <a:spcBef>
                <a:spcPts val="600"/>
              </a:spcBef>
              <a:spcAft>
                <a:spcPts val="0"/>
              </a:spcAft>
              <a:buSzPts val="2000"/>
              <a:buChar char="◦"/>
              <a:defRPr>
                <a:solidFill>
                  <a:srgbClr val="445469"/>
                </a:solidFill>
              </a:defRPr>
            </a:lvl4pPr>
            <a:lvl5pPr indent="-355600" lvl="4" marL="2286000" algn="l">
              <a:lnSpc>
                <a:spcPct val="100000"/>
              </a:lnSpc>
              <a:spcBef>
                <a:spcPts val="600"/>
              </a:spcBef>
              <a:spcAft>
                <a:spcPts val="0"/>
              </a:spcAft>
              <a:buSzPts val="2000"/>
              <a:buChar char="◦"/>
              <a:defRPr>
                <a:solidFill>
                  <a:srgbClr val="445469"/>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0" name="Google Shape;100;p32"/>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rgbClr val="445469"/>
                </a:solidFill>
                <a:latin typeface="Rubik"/>
                <a:ea typeface="Rubik"/>
                <a:cs typeface="Rubik"/>
                <a:sym typeface="Rubik"/>
              </a:defRPr>
            </a:lvl1pPr>
            <a:lvl2pPr indent="0" lvl="1" marL="0" algn="l">
              <a:spcBef>
                <a:spcPts val="0"/>
              </a:spcBef>
              <a:buNone/>
              <a:defRPr sz="1200">
                <a:solidFill>
                  <a:srgbClr val="445469"/>
                </a:solidFill>
                <a:latin typeface="Rubik"/>
                <a:ea typeface="Rubik"/>
                <a:cs typeface="Rubik"/>
                <a:sym typeface="Rubik"/>
              </a:defRPr>
            </a:lvl2pPr>
            <a:lvl3pPr indent="0" lvl="2" marL="0" algn="l">
              <a:spcBef>
                <a:spcPts val="0"/>
              </a:spcBef>
              <a:buNone/>
              <a:defRPr sz="1200">
                <a:solidFill>
                  <a:srgbClr val="445469"/>
                </a:solidFill>
                <a:latin typeface="Rubik"/>
                <a:ea typeface="Rubik"/>
                <a:cs typeface="Rubik"/>
                <a:sym typeface="Rubik"/>
              </a:defRPr>
            </a:lvl3pPr>
            <a:lvl4pPr indent="0" lvl="3" marL="0" algn="l">
              <a:spcBef>
                <a:spcPts val="0"/>
              </a:spcBef>
              <a:buNone/>
              <a:defRPr sz="1200">
                <a:solidFill>
                  <a:srgbClr val="445469"/>
                </a:solidFill>
                <a:latin typeface="Rubik"/>
                <a:ea typeface="Rubik"/>
                <a:cs typeface="Rubik"/>
                <a:sym typeface="Rubik"/>
              </a:defRPr>
            </a:lvl4pPr>
            <a:lvl5pPr indent="0" lvl="4" marL="0" algn="l">
              <a:spcBef>
                <a:spcPts val="0"/>
              </a:spcBef>
              <a:buNone/>
              <a:defRPr sz="1200">
                <a:solidFill>
                  <a:srgbClr val="445469"/>
                </a:solidFill>
                <a:latin typeface="Rubik"/>
                <a:ea typeface="Rubik"/>
                <a:cs typeface="Rubik"/>
                <a:sym typeface="Rubik"/>
              </a:defRPr>
            </a:lvl5pPr>
            <a:lvl6pPr indent="0" lvl="5" marL="0" algn="l">
              <a:spcBef>
                <a:spcPts val="0"/>
              </a:spcBef>
              <a:buNone/>
              <a:defRPr sz="1200">
                <a:solidFill>
                  <a:srgbClr val="445469"/>
                </a:solidFill>
                <a:latin typeface="Rubik"/>
                <a:ea typeface="Rubik"/>
                <a:cs typeface="Rubik"/>
                <a:sym typeface="Rubik"/>
              </a:defRPr>
            </a:lvl6pPr>
            <a:lvl7pPr indent="0" lvl="6" marL="0" algn="l">
              <a:spcBef>
                <a:spcPts val="0"/>
              </a:spcBef>
              <a:buNone/>
              <a:defRPr sz="1200">
                <a:solidFill>
                  <a:srgbClr val="445469"/>
                </a:solidFill>
                <a:latin typeface="Rubik"/>
                <a:ea typeface="Rubik"/>
                <a:cs typeface="Rubik"/>
                <a:sym typeface="Rubik"/>
              </a:defRPr>
            </a:lvl7pPr>
            <a:lvl8pPr indent="0" lvl="7" marL="0" algn="l">
              <a:spcBef>
                <a:spcPts val="0"/>
              </a:spcBef>
              <a:buNone/>
              <a:defRPr sz="1200">
                <a:solidFill>
                  <a:srgbClr val="445469"/>
                </a:solidFill>
                <a:latin typeface="Rubik"/>
                <a:ea typeface="Rubik"/>
                <a:cs typeface="Rubik"/>
                <a:sym typeface="Rubik"/>
              </a:defRPr>
            </a:lvl8pPr>
            <a:lvl9pPr indent="0" lvl="8" marL="0" algn="l">
              <a:spcBef>
                <a:spcPts val="0"/>
              </a:spcBef>
              <a:buNone/>
              <a:defRPr sz="1200">
                <a:solidFill>
                  <a:srgbClr val="445469"/>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01" name="Google Shape;101;p32"/>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rgbClr val="445469"/>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02" name="Google Shape;102;p32"/>
          <p:cNvCxnSpPr/>
          <p:nvPr/>
        </p:nvCxnSpPr>
        <p:spPr>
          <a:xfrm>
            <a:off x="11122660" y="6304610"/>
            <a:ext cx="0" cy="365760"/>
          </a:xfrm>
          <a:prstGeom prst="straightConnector1">
            <a:avLst/>
          </a:prstGeom>
          <a:noFill/>
          <a:ln cap="flat" cmpd="sng" w="12700">
            <a:solidFill>
              <a:srgbClr val="445469"/>
            </a:solidFill>
            <a:prstDash val="solid"/>
            <a:round/>
            <a:headEnd len="sm" w="sm" type="none"/>
            <a:tailEnd len="sm" w="sm" type="none"/>
          </a:ln>
        </p:spPr>
      </p:cxnSp>
      <p:sp>
        <p:nvSpPr>
          <p:cNvPr id="103" name="Google Shape;103;p32"/>
          <p:cNvSpPr txBox="1"/>
          <p:nvPr>
            <p:ph idx="2" type="subTitle"/>
          </p:nvPr>
        </p:nvSpPr>
        <p:spPr>
          <a:xfrm>
            <a:off x="-1" y="2492554"/>
            <a:ext cx="5190371" cy="2065567"/>
          </a:xfrm>
          <a:prstGeom prst="rect">
            <a:avLst/>
          </a:prstGeom>
          <a:noFill/>
          <a:ln>
            <a:noFill/>
          </a:ln>
        </p:spPr>
        <p:txBody>
          <a:bodyPr anchorCtr="0" anchor="t" bIns="45700" lIns="457200" spcFirstLastPara="1" rIns="91425" wrap="square" tIns="45700">
            <a:noAutofit/>
          </a:bodyPr>
          <a:lstStyle>
            <a:lvl1pPr lvl="0" algn="l">
              <a:lnSpc>
                <a:spcPct val="100000"/>
              </a:lnSpc>
              <a:spcBef>
                <a:spcPts val="900"/>
              </a:spcBef>
              <a:spcAft>
                <a:spcPts val="0"/>
              </a:spcAft>
              <a:buSzPts val="1800"/>
              <a:buChar char="◦"/>
              <a:defRPr b="1" sz="1800">
                <a:solidFill>
                  <a:srgbClr val="445469"/>
                </a:solidFill>
              </a:defRPr>
            </a:lvl1pPr>
            <a:lvl2pPr lvl="1" algn="l">
              <a:lnSpc>
                <a:spcPct val="100000"/>
              </a:lnSpc>
              <a:spcBef>
                <a:spcPts val="600"/>
              </a:spcBef>
              <a:spcAft>
                <a:spcPts val="0"/>
              </a:spcAft>
              <a:buSzPts val="1800"/>
              <a:buChar char="◦"/>
              <a:defRPr/>
            </a:lvl2pPr>
            <a:lvl3pPr lvl="2" algn="l">
              <a:lnSpc>
                <a:spcPct val="100000"/>
              </a:lnSpc>
              <a:spcBef>
                <a:spcPts val="600"/>
              </a:spcBef>
              <a:spcAft>
                <a:spcPts val="0"/>
              </a:spcAft>
              <a:buSzPts val="1800"/>
              <a:buChar char="◦"/>
              <a:defRPr/>
            </a:lvl3pPr>
            <a:lvl4pPr lvl="3" algn="l">
              <a:lnSpc>
                <a:spcPct val="100000"/>
              </a:lnSpc>
              <a:spcBef>
                <a:spcPts val="600"/>
              </a:spcBef>
              <a:spcAft>
                <a:spcPts val="0"/>
              </a:spcAft>
              <a:buSzPts val="1800"/>
              <a:buChar char="◦"/>
              <a:defRPr/>
            </a:lvl4pPr>
            <a:lvl5pPr lvl="4" algn="l">
              <a:lnSpc>
                <a:spcPct val="100000"/>
              </a:lnSpc>
              <a:spcBef>
                <a:spcPts val="600"/>
              </a:spcBef>
              <a:spcAft>
                <a:spcPts val="0"/>
              </a:spcAft>
              <a:buSzPts val="1800"/>
              <a:buChar char="◦"/>
              <a:defRPr/>
            </a:lvl5pPr>
            <a:lvl6pPr lvl="5" algn="l">
              <a:lnSpc>
                <a:spcPct val="100000"/>
              </a:lnSpc>
              <a:spcBef>
                <a:spcPts val="6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pic>
        <p:nvPicPr>
          <p:cNvPr descr="A picture containing object, clock&#10;&#10;Description automatically generated" id="104" name="Google Shape;104;p32"/>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showMasterSp="0">
  <p:cSld name="6_Title and Content">
    <p:bg>
      <p:bgPr>
        <a:solidFill>
          <a:schemeClr val="lt1"/>
        </a:solidFill>
      </p:bgPr>
    </p:bg>
    <p:spTree>
      <p:nvGrpSpPr>
        <p:cNvPr id="105" name="Shape 105"/>
        <p:cNvGrpSpPr/>
        <p:nvPr/>
      </p:nvGrpSpPr>
      <p:grpSpPr>
        <a:xfrm>
          <a:off x="0" y="0"/>
          <a:ext cx="0" cy="0"/>
          <a:chOff x="0" y="0"/>
          <a:chExt cx="0" cy="0"/>
        </a:xfrm>
      </p:grpSpPr>
      <p:sp>
        <p:nvSpPr>
          <p:cNvPr id="106" name="Google Shape;106;p33"/>
          <p:cNvSpPr/>
          <p:nvPr/>
        </p:nvSpPr>
        <p:spPr>
          <a:xfrm>
            <a:off x="0" y="6112932"/>
            <a:ext cx="12192000" cy="745067"/>
          </a:xfrm>
          <a:prstGeom prst="rect">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07" name="Google Shape;107;p33"/>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0F2446"/>
              </a:buClr>
              <a:buSzPts val="4000"/>
              <a:buFont typeface="Rubik Light"/>
              <a:buNone/>
              <a:defRPr>
                <a:solidFill>
                  <a:srgbClr val="0F244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3"/>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81000" lvl="0" marL="457200" algn="l">
              <a:lnSpc>
                <a:spcPct val="100000"/>
              </a:lnSpc>
              <a:spcBef>
                <a:spcPts val="900"/>
              </a:spcBef>
              <a:spcAft>
                <a:spcPts val="0"/>
              </a:spcAft>
              <a:buSzPts val="2400"/>
              <a:buChar char="◦"/>
              <a:defRPr>
                <a:solidFill>
                  <a:srgbClr val="445469"/>
                </a:solidFill>
              </a:defRPr>
            </a:lvl1pPr>
            <a:lvl2pPr indent="-355600" lvl="1" marL="914400" algn="l">
              <a:lnSpc>
                <a:spcPct val="100000"/>
              </a:lnSpc>
              <a:spcBef>
                <a:spcPts val="600"/>
              </a:spcBef>
              <a:spcAft>
                <a:spcPts val="0"/>
              </a:spcAft>
              <a:buSzPts val="2000"/>
              <a:buChar char="◦"/>
              <a:defRPr>
                <a:solidFill>
                  <a:srgbClr val="445469"/>
                </a:solidFill>
              </a:defRPr>
            </a:lvl2pPr>
            <a:lvl3pPr indent="-355600" lvl="2" marL="1371600" algn="l">
              <a:lnSpc>
                <a:spcPct val="100000"/>
              </a:lnSpc>
              <a:spcBef>
                <a:spcPts val="600"/>
              </a:spcBef>
              <a:spcAft>
                <a:spcPts val="0"/>
              </a:spcAft>
              <a:buSzPts val="2000"/>
              <a:buChar char="◦"/>
              <a:defRPr>
                <a:solidFill>
                  <a:srgbClr val="445469"/>
                </a:solidFill>
              </a:defRPr>
            </a:lvl3pPr>
            <a:lvl4pPr indent="-355600" lvl="3" marL="1828800" algn="l">
              <a:lnSpc>
                <a:spcPct val="100000"/>
              </a:lnSpc>
              <a:spcBef>
                <a:spcPts val="600"/>
              </a:spcBef>
              <a:spcAft>
                <a:spcPts val="0"/>
              </a:spcAft>
              <a:buSzPts val="2000"/>
              <a:buChar char="◦"/>
              <a:defRPr>
                <a:solidFill>
                  <a:srgbClr val="445469"/>
                </a:solidFill>
              </a:defRPr>
            </a:lvl4pPr>
            <a:lvl5pPr indent="-355600" lvl="4" marL="2286000" algn="l">
              <a:lnSpc>
                <a:spcPct val="100000"/>
              </a:lnSpc>
              <a:spcBef>
                <a:spcPts val="600"/>
              </a:spcBef>
              <a:spcAft>
                <a:spcPts val="0"/>
              </a:spcAft>
              <a:buSzPts val="2000"/>
              <a:buChar char="◦"/>
              <a:defRPr>
                <a:solidFill>
                  <a:srgbClr val="445469"/>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09" name="Google Shape;109;p33"/>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chemeClr val="lt1"/>
                </a:solidFill>
                <a:latin typeface="Rubik"/>
                <a:ea typeface="Rubik"/>
                <a:cs typeface="Rubik"/>
                <a:sym typeface="Rubik"/>
              </a:defRPr>
            </a:lvl1pPr>
            <a:lvl2pPr indent="0" lvl="1" marL="0" algn="l">
              <a:spcBef>
                <a:spcPts val="0"/>
              </a:spcBef>
              <a:buNone/>
              <a:defRPr sz="1200">
                <a:solidFill>
                  <a:schemeClr val="lt1"/>
                </a:solidFill>
                <a:latin typeface="Rubik"/>
                <a:ea typeface="Rubik"/>
                <a:cs typeface="Rubik"/>
                <a:sym typeface="Rubik"/>
              </a:defRPr>
            </a:lvl2pPr>
            <a:lvl3pPr indent="0" lvl="2" marL="0" algn="l">
              <a:spcBef>
                <a:spcPts val="0"/>
              </a:spcBef>
              <a:buNone/>
              <a:defRPr sz="1200">
                <a:solidFill>
                  <a:schemeClr val="lt1"/>
                </a:solidFill>
                <a:latin typeface="Rubik"/>
                <a:ea typeface="Rubik"/>
                <a:cs typeface="Rubik"/>
                <a:sym typeface="Rubik"/>
              </a:defRPr>
            </a:lvl3pPr>
            <a:lvl4pPr indent="0" lvl="3" marL="0" algn="l">
              <a:spcBef>
                <a:spcPts val="0"/>
              </a:spcBef>
              <a:buNone/>
              <a:defRPr sz="1200">
                <a:solidFill>
                  <a:schemeClr val="lt1"/>
                </a:solidFill>
                <a:latin typeface="Rubik"/>
                <a:ea typeface="Rubik"/>
                <a:cs typeface="Rubik"/>
                <a:sym typeface="Rubik"/>
              </a:defRPr>
            </a:lvl4pPr>
            <a:lvl5pPr indent="0" lvl="4" marL="0" algn="l">
              <a:spcBef>
                <a:spcPts val="0"/>
              </a:spcBef>
              <a:buNone/>
              <a:defRPr sz="1200">
                <a:solidFill>
                  <a:schemeClr val="lt1"/>
                </a:solidFill>
                <a:latin typeface="Rubik"/>
                <a:ea typeface="Rubik"/>
                <a:cs typeface="Rubik"/>
                <a:sym typeface="Rubik"/>
              </a:defRPr>
            </a:lvl5pPr>
            <a:lvl6pPr indent="0" lvl="5" marL="0" algn="l">
              <a:spcBef>
                <a:spcPts val="0"/>
              </a:spcBef>
              <a:buNone/>
              <a:defRPr sz="1200">
                <a:solidFill>
                  <a:schemeClr val="lt1"/>
                </a:solidFill>
                <a:latin typeface="Rubik"/>
                <a:ea typeface="Rubik"/>
                <a:cs typeface="Rubik"/>
                <a:sym typeface="Rubik"/>
              </a:defRPr>
            </a:lvl6pPr>
            <a:lvl7pPr indent="0" lvl="6" marL="0" algn="l">
              <a:spcBef>
                <a:spcPts val="0"/>
              </a:spcBef>
              <a:buNone/>
              <a:defRPr sz="1200">
                <a:solidFill>
                  <a:schemeClr val="lt1"/>
                </a:solidFill>
                <a:latin typeface="Rubik"/>
                <a:ea typeface="Rubik"/>
                <a:cs typeface="Rubik"/>
                <a:sym typeface="Rubik"/>
              </a:defRPr>
            </a:lvl7pPr>
            <a:lvl8pPr indent="0" lvl="7" marL="0" algn="l">
              <a:spcBef>
                <a:spcPts val="0"/>
              </a:spcBef>
              <a:buNone/>
              <a:defRPr sz="1200">
                <a:solidFill>
                  <a:schemeClr val="lt1"/>
                </a:solidFill>
                <a:latin typeface="Rubik"/>
                <a:ea typeface="Rubik"/>
                <a:cs typeface="Rubik"/>
                <a:sym typeface="Rubik"/>
              </a:defRPr>
            </a:lvl8pPr>
            <a:lvl9pPr indent="0" lvl="8" mar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10" name="Google Shape;110;p33"/>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1" name="Google Shape;111;p33"/>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pic>
        <p:nvPicPr>
          <p:cNvPr descr="A picture containing object, clock&#10;&#10;Description automatically generated" id="112" name="Google Shape;112;p33"/>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showMasterSp="0">
  <p:cSld name="9_Title and Content">
    <p:bg>
      <p:bgPr>
        <a:solidFill>
          <a:schemeClr val="lt1"/>
        </a:solidFill>
      </p:bgPr>
    </p:bg>
    <p:spTree>
      <p:nvGrpSpPr>
        <p:cNvPr id="113" name="Shape 113"/>
        <p:cNvGrpSpPr/>
        <p:nvPr/>
      </p:nvGrpSpPr>
      <p:grpSpPr>
        <a:xfrm>
          <a:off x="0" y="0"/>
          <a:ext cx="0" cy="0"/>
          <a:chOff x="0" y="0"/>
          <a:chExt cx="0" cy="0"/>
        </a:xfrm>
      </p:grpSpPr>
      <p:sp>
        <p:nvSpPr>
          <p:cNvPr id="114" name="Google Shape;114;p34"/>
          <p:cNvSpPr txBox="1"/>
          <p:nvPr>
            <p:ph type="title"/>
          </p:nvPr>
        </p:nvSpPr>
        <p:spPr>
          <a:xfrm>
            <a:off x="0" y="631529"/>
            <a:ext cx="5190371" cy="1822277"/>
          </a:xfrm>
          <a:prstGeom prst="rect">
            <a:avLst/>
          </a:prstGeom>
          <a:noFill/>
          <a:ln>
            <a:noFill/>
          </a:ln>
        </p:spPr>
        <p:txBody>
          <a:bodyPr anchorCtr="0" anchor="t" bIns="45700" lIns="457200" spcFirstLastPara="1" rIns="91425" wrap="square" tIns="45700">
            <a:normAutofit/>
          </a:bodyPr>
          <a:lstStyle>
            <a:lvl1pPr lvl="0" algn="l">
              <a:lnSpc>
                <a:spcPct val="100000"/>
              </a:lnSpc>
              <a:spcBef>
                <a:spcPts val="0"/>
              </a:spcBef>
              <a:spcAft>
                <a:spcPts val="0"/>
              </a:spcAft>
              <a:buClr>
                <a:srgbClr val="0F2446"/>
              </a:buClr>
              <a:buSzPts val="4000"/>
              <a:buFont typeface="Rubik Light"/>
              <a:buNone/>
              <a:defRPr>
                <a:solidFill>
                  <a:srgbClr val="0F244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34"/>
          <p:cNvSpPr txBox="1"/>
          <p:nvPr>
            <p:ph idx="1" type="body"/>
          </p:nvPr>
        </p:nvSpPr>
        <p:spPr>
          <a:xfrm>
            <a:off x="5460086" y="631529"/>
            <a:ext cx="6731914" cy="5321215"/>
          </a:xfrm>
          <a:prstGeom prst="rect">
            <a:avLst/>
          </a:prstGeom>
          <a:noFill/>
          <a:ln>
            <a:noFill/>
          </a:ln>
        </p:spPr>
        <p:txBody>
          <a:bodyPr anchorCtr="0" anchor="t" bIns="45700" lIns="457200" spcFirstLastPara="1" rIns="91425" wrap="square" tIns="45700">
            <a:normAutofit/>
          </a:bodyPr>
          <a:lstStyle>
            <a:lvl1pPr indent="-381000" lvl="0" marL="457200" algn="l">
              <a:lnSpc>
                <a:spcPct val="100000"/>
              </a:lnSpc>
              <a:spcBef>
                <a:spcPts val="900"/>
              </a:spcBef>
              <a:spcAft>
                <a:spcPts val="0"/>
              </a:spcAft>
              <a:buSzPts val="2400"/>
              <a:buChar char="◦"/>
              <a:defRPr>
                <a:solidFill>
                  <a:srgbClr val="445469"/>
                </a:solidFill>
              </a:defRPr>
            </a:lvl1pPr>
            <a:lvl2pPr indent="-355600" lvl="1" marL="914400" algn="l">
              <a:lnSpc>
                <a:spcPct val="100000"/>
              </a:lnSpc>
              <a:spcBef>
                <a:spcPts val="600"/>
              </a:spcBef>
              <a:spcAft>
                <a:spcPts val="0"/>
              </a:spcAft>
              <a:buSzPts val="2000"/>
              <a:buChar char="◦"/>
              <a:defRPr>
                <a:solidFill>
                  <a:srgbClr val="445469"/>
                </a:solidFill>
              </a:defRPr>
            </a:lvl2pPr>
            <a:lvl3pPr indent="-355600" lvl="2" marL="1371600" algn="l">
              <a:lnSpc>
                <a:spcPct val="100000"/>
              </a:lnSpc>
              <a:spcBef>
                <a:spcPts val="600"/>
              </a:spcBef>
              <a:spcAft>
                <a:spcPts val="0"/>
              </a:spcAft>
              <a:buSzPts val="2000"/>
              <a:buChar char="◦"/>
              <a:defRPr>
                <a:solidFill>
                  <a:srgbClr val="445469"/>
                </a:solidFill>
              </a:defRPr>
            </a:lvl3pPr>
            <a:lvl4pPr indent="-355600" lvl="3" marL="1828800" algn="l">
              <a:lnSpc>
                <a:spcPct val="100000"/>
              </a:lnSpc>
              <a:spcBef>
                <a:spcPts val="600"/>
              </a:spcBef>
              <a:spcAft>
                <a:spcPts val="0"/>
              </a:spcAft>
              <a:buSzPts val="2000"/>
              <a:buChar char="◦"/>
              <a:defRPr>
                <a:solidFill>
                  <a:srgbClr val="445469"/>
                </a:solidFill>
              </a:defRPr>
            </a:lvl4pPr>
            <a:lvl5pPr indent="-355600" lvl="4" marL="2286000" algn="l">
              <a:lnSpc>
                <a:spcPct val="100000"/>
              </a:lnSpc>
              <a:spcBef>
                <a:spcPts val="600"/>
              </a:spcBef>
              <a:spcAft>
                <a:spcPts val="0"/>
              </a:spcAft>
              <a:buSzPts val="2000"/>
              <a:buChar char="◦"/>
              <a:defRPr>
                <a:solidFill>
                  <a:srgbClr val="445469"/>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16" name="Google Shape;116;p34"/>
          <p:cNvSpPr/>
          <p:nvPr/>
        </p:nvSpPr>
        <p:spPr>
          <a:xfrm>
            <a:off x="0" y="6112932"/>
            <a:ext cx="12192000" cy="745067"/>
          </a:xfrm>
          <a:prstGeom prst="rect">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17" name="Google Shape;117;p34"/>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chemeClr val="lt1"/>
                </a:solidFill>
                <a:latin typeface="Rubik"/>
                <a:ea typeface="Rubik"/>
                <a:cs typeface="Rubik"/>
                <a:sym typeface="Rubik"/>
              </a:defRPr>
            </a:lvl1pPr>
            <a:lvl2pPr indent="0" lvl="1" marL="0" algn="l">
              <a:spcBef>
                <a:spcPts val="0"/>
              </a:spcBef>
              <a:buNone/>
              <a:defRPr sz="1200">
                <a:solidFill>
                  <a:schemeClr val="lt1"/>
                </a:solidFill>
                <a:latin typeface="Rubik"/>
                <a:ea typeface="Rubik"/>
                <a:cs typeface="Rubik"/>
                <a:sym typeface="Rubik"/>
              </a:defRPr>
            </a:lvl2pPr>
            <a:lvl3pPr indent="0" lvl="2" marL="0" algn="l">
              <a:spcBef>
                <a:spcPts val="0"/>
              </a:spcBef>
              <a:buNone/>
              <a:defRPr sz="1200">
                <a:solidFill>
                  <a:schemeClr val="lt1"/>
                </a:solidFill>
                <a:latin typeface="Rubik"/>
                <a:ea typeface="Rubik"/>
                <a:cs typeface="Rubik"/>
                <a:sym typeface="Rubik"/>
              </a:defRPr>
            </a:lvl3pPr>
            <a:lvl4pPr indent="0" lvl="3" marL="0" algn="l">
              <a:spcBef>
                <a:spcPts val="0"/>
              </a:spcBef>
              <a:buNone/>
              <a:defRPr sz="1200">
                <a:solidFill>
                  <a:schemeClr val="lt1"/>
                </a:solidFill>
                <a:latin typeface="Rubik"/>
                <a:ea typeface="Rubik"/>
                <a:cs typeface="Rubik"/>
                <a:sym typeface="Rubik"/>
              </a:defRPr>
            </a:lvl4pPr>
            <a:lvl5pPr indent="0" lvl="4" marL="0" algn="l">
              <a:spcBef>
                <a:spcPts val="0"/>
              </a:spcBef>
              <a:buNone/>
              <a:defRPr sz="1200">
                <a:solidFill>
                  <a:schemeClr val="lt1"/>
                </a:solidFill>
                <a:latin typeface="Rubik"/>
                <a:ea typeface="Rubik"/>
                <a:cs typeface="Rubik"/>
                <a:sym typeface="Rubik"/>
              </a:defRPr>
            </a:lvl5pPr>
            <a:lvl6pPr indent="0" lvl="5" marL="0" algn="l">
              <a:spcBef>
                <a:spcPts val="0"/>
              </a:spcBef>
              <a:buNone/>
              <a:defRPr sz="1200">
                <a:solidFill>
                  <a:schemeClr val="lt1"/>
                </a:solidFill>
                <a:latin typeface="Rubik"/>
                <a:ea typeface="Rubik"/>
                <a:cs typeface="Rubik"/>
                <a:sym typeface="Rubik"/>
              </a:defRPr>
            </a:lvl6pPr>
            <a:lvl7pPr indent="0" lvl="6" marL="0" algn="l">
              <a:spcBef>
                <a:spcPts val="0"/>
              </a:spcBef>
              <a:buNone/>
              <a:defRPr sz="1200">
                <a:solidFill>
                  <a:schemeClr val="lt1"/>
                </a:solidFill>
                <a:latin typeface="Rubik"/>
                <a:ea typeface="Rubik"/>
                <a:cs typeface="Rubik"/>
                <a:sym typeface="Rubik"/>
              </a:defRPr>
            </a:lvl7pPr>
            <a:lvl8pPr indent="0" lvl="7" marL="0" algn="l">
              <a:spcBef>
                <a:spcPts val="0"/>
              </a:spcBef>
              <a:buNone/>
              <a:defRPr sz="1200">
                <a:solidFill>
                  <a:schemeClr val="lt1"/>
                </a:solidFill>
                <a:latin typeface="Rubik"/>
                <a:ea typeface="Rubik"/>
                <a:cs typeface="Rubik"/>
                <a:sym typeface="Rubik"/>
              </a:defRPr>
            </a:lvl8pPr>
            <a:lvl9pPr indent="0" lvl="8" mar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34"/>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9" name="Google Shape;119;p34"/>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sp>
        <p:nvSpPr>
          <p:cNvPr id="120" name="Google Shape;120;p34"/>
          <p:cNvSpPr txBox="1"/>
          <p:nvPr>
            <p:ph idx="2" type="subTitle"/>
          </p:nvPr>
        </p:nvSpPr>
        <p:spPr>
          <a:xfrm>
            <a:off x="-1" y="2492554"/>
            <a:ext cx="5190371" cy="2065567"/>
          </a:xfrm>
          <a:prstGeom prst="rect">
            <a:avLst/>
          </a:prstGeom>
          <a:noFill/>
          <a:ln>
            <a:noFill/>
          </a:ln>
        </p:spPr>
        <p:txBody>
          <a:bodyPr anchorCtr="0" anchor="t" bIns="45700" lIns="457200" spcFirstLastPara="1" rIns="91425" wrap="square" tIns="45700">
            <a:noAutofit/>
          </a:bodyPr>
          <a:lstStyle>
            <a:lvl1pPr lvl="0" algn="l">
              <a:lnSpc>
                <a:spcPct val="100000"/>
              </a:lnSpc>
              <a:spcBef>
                <a:spcPts val="900"/>
              </a:spcBef>
              <a:spcAft>
                <a:spcPts val="0"/>
              </a:spcAft>
              <a:buSzPts val="1800"/>
              <a:buChar char="◦"/>
              <a:defRPr b="1" sz="1800">
                <a:solidFill>
                  <a:srgbClr val="445469"/>
                </a:solidFill>
              </a:defRPr>
            </a:lvl1pPr>
            <a:lvl2pPr lvl="1" algn="l">
              <a:lnSpc>
                <a:spcPct val="100000"/>
              </a:lnSpc>
              <a:spcBef>
                <a:spcPts val="600"/>
              </a:spcBef>
              <a:spcAft>
                <a:spcPts val="0"/>
              </a:spcAft>
              <a:buSzPts val="1800"/>
              <a:buChar char="◦"/>
              <a:defRPr/>
            </a:lvl2pPr>
            <a:lvl3pPr lvl="2" algn="l">
              <a:lnSpc>
                <a:spcPct val="100000"/>
              </a:lnSpc>
              <a:spcBef>
                <a:spcPts val="600"/>
              </a:spcBef>
              <a:spcAft>
                <a:spcPts val="0"/>
              </a:spcAft>
              <a:buSzPts val="1800"/>
              <a:buChar char="◦"/>
              <a:defRPr/>
            </a:lvl3pPr>
            <a:lvl4pPr lvl="3" algn="l">
              <a:lnSpc>
                <a:spcPct val="100000"/>
              </a:lnSpc>
              <a:spcBef>
                <a:spcPts val="600"/>
              </a:spcBef>
              <a:spcAft>
                <a:spcPts val="0"/>
              </a:spcAft>
              <a:buSzPts val="1800"/>
              <a:buChar char="◦"/>
              <a:defRPr/>
            </a:lvl4pPr>
            <a:lvl5pPr lvl="4" algn="l">
              <a:lnSpc>
                <a:spcPct val="100000"/>
              </a:lnSpc>
              <a:spcBef>
                <a:spcPts val="600"/>
              </a:spcBef>
              <a:spcAft>
                <a:spcPts val="0"/>
              </a:spcAft>
              <a:buSzPts val="1800"/>
              <a:buChar char="◦"/>
              <a:defRPr/>
            </a:lvl5pPr>
            <a:lvl6pPr lvl="5" algn="l">
              <a:lnSpc>
                <a:spcPct val="100000"/>
              </a:lnSpc>
              <a:spcBef>
                <a:spcPts val="600"/>
              </a:spcBef>
              <a:spcAft>
                <a:spcPts val="0"/>
              </a:spcAft>
              <a:buSzPts val="1800"/>
              <a:buChar char="◦"/>
              <a:defRPr/>
            </a:lvl6pPr>
            <a:lvl7pPr lvl="6" algn="l">
              <a:lnSpc>
                <a:spcPct val="100000"/>
              </a:lnSpc>
              <a:spcBef>
                <a:spcPts val="500"/>
              </a:spcBef>
              <a:spcAft>
                <a:spcPts val="0"/>
              </a:spcAft>
              <a:buSzPts val="1800"/>
              <a:buChar char="◦"/>
              <a:defRPr/>
            </a:lvl7pPr>
            <a:lvl8pPr lvl="7" algn="l">
              <a:lnSpc>
                <a:spcPct val="100000"/>
              </a:lnSpc>
              <a:spcBef>
                <a:spcPts val="500"/>
              </a:spcBef>
              <a:spcAft>
                <a:spcPts val="0"/>
              </a:spcAft>
              <a:buSzPts val="1800"/>
              <a:buChar char="◦"/>
              <a:defRPr/>
            </a:lvl8pPr>
            <a:lvl9pPr lvl="8" algn="l">
              <a:lnSpc>
                <a:spcPct val="100000"/>
              </a:lnSpc>
              <a:spcBef>
                <a:spcPts val="500"/>
              </a:spcBef>
              <a:spcAft>
                <a:spcPts val="0"/>
              </a:spcAft>
              <a:buSzPts val="1800"/>
              <a:buChar char="◦"/>
              <a:defRPr/>
            </a:lvl9pPr>
          </a:lstStyle>
          <a:p/>
        </p:txBody>
      </p:sp>
      <p:pic>
        <p:nvPicPr>
          <p:cNvPr descr="A picture containing object, clock&#10;&#10;Description automatically generated" id="121" name="Google Shape;121;p34"/>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showMasterSp="0">
  <p:cSld name="10_Title and Content">
    <p:bg>
      <p:bgPr>
        <a:solidFill>
          <a:schemeClr val="lt1"/>
        </a:solidFill>
      </p:bgPr>
    </p:bg>
    <p:spTree>
      <p:nvGrpSpPr>
        <p:cNvPr id="122" name="Shape 122"/>
        <p:cNvGrpSpPr/>
        <p:nvPr/>
      </p:nvGrpSpPr>
      <p:grpSpPr>
        <a:xfrm>
          <a:off x="0" y="0"/>
          <a:ext cx="0" cy="0"/>
          <a:chOff x="0" y="0"/>
          <a:chExt cx="0" cy="0"/>
        </a:xfrm>
      </p:grpSpPr>
      <p:sp>
        <p:nvSpPr>
          <p:cNvPr id="123" name="Google Shape;123;p35"/>
          <p:cNvSpPr/>
          <p:nvPr/>
        </p:nvSpPr>
        <p:spPr>
          <a:xfrm>
            <a:off x="0" y="6112932"/>
            <a:ext cx="12192000" cy="745067"/>
          </a:xfrm>
          <a:prstGeom prst="rect">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24" name="Google Shape;124;p35"/>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chemeClr val="lt1"/>
                </a:solidFill>
                <a:latin typeface="Rubik"/>
                <a:ea typeface="Rubik"/>
                <a:cs typeface="Rubik"/>
                <a:sym typeface="Rubik"/>
              </a:defRPr>
            </a:lvl1pPr>
            <a:lvl2pPr indent="0" lvl="1" marL="0" algn="l">
              <a:spcBef>
                <a:spcPts val="0"/>
              </a:spcBef>
              <a:buNone/>
              <a:defRPr sz="1200">
                <a:solidFill>
                  <a:schemeClr val="lt1"/>
                </a:solidFill>
                <a:latin typeface="Rubik"/>
                <a:ea typeface="Rubik"/>
                <a:cs typeface="Rubik"/>
                <a:sym typeface="Rubik"/>
              </a:defRPr>
            </a:lvl2pPr>
            <a:lvl3pPr indent="0" lvl="2" marL="0" algn="l">
              <a:spcBef>
                <a:spcPts val="0"/>
              </a:spcBef>
              <a:buNone/>
              <a:defRPr sz="1200">
                <a:solidFill>
                  <a:schemeClr val="lt1"/>
                </a:solidFill>
                <a:latin typeface="Rubik"/>
                <a:ea typeface="Rubik"/>
                <a:cs typeface="Rubik"/>
                <a:sym typeface="Rubik"/>
              </a:defRPr>
            </a:lvl3pPr>
            <a:lvl4pPr indent="0" lvl="3" marL="0" algn="l">
              <a:spcBef>
                <a:spcPts val="0"/>
              </a:spcBef>
              <a:buNone/>
              <a:defRPr sz="1200">
                <a:solidFill>
                  <a:schemeClr val="lt1"/>
                </a:solidFill>
                <a:latin typeface="Rubik"/>
                <a:ea typeface="Rubik"/>
                <a:cs typeface="Rubik"/>
                <a:sym typeface="Rubik"/>
              </a:defRPr>
            </a:lvl4pPr>
            <a:lvl5pPr indent="0" lvl="4" marL="0" algn="l">
              <a:spcBef>
                <a:spcPts val="0"/>
              </a:spcBef>
              <a:buNone/>
              <a:defRPr sz="1200">
                <a:solidFill>
                  <a:schemeClr val="lt1"/>
                </a:solidFill>
                <a:latin typeface="Rubik"/>
                <a:ea typeface="Rubik"/>
                <a:cs typeface="Rubik"/>
                <a:sym typeface="Rubik"/>
              </a:defRPr>
            </a:lvl5pPr>
            <a:lvl6pPr indent="0" lvl="5" marL="0" algn="l">
              <a:spcBef>
                <a:spcPts val="0"/>
              </a:spcBef>
              <a:buNone/>
              <a:defRPr sz="1200">
                <a:solidFill>
                  <a:schemeClr val="lt1"/>
                </a:solidFill>
                <a:latin typeface="Rubik"/>
                <a:ea typeface="Rubik"/>
                <a:cs typeface="Rubik"/>
                <a:sym typeface="Rubik"/>
              </a:defRPr>
            </a:lvl6pPr>
            <a:lvl7pPr indent="0" lvl="6" marL="0" algn="l">
              <a:spcBef>
                <a:spcPts val="0"/>
              </a:spcBef>
              <a:buNone/>
              <a:defRPr sz="1200">
                <a:solidFill>
                  <a:schemeClr val="lt1"/>
                </a:solidFill>
                <a:latin typeface="Rubik"/>
                <a:ea typeface="Rubik"/>
                <a:cs typeface="Rubik"/>
                <a:sym typeface="Rubik"/>
              </a:defRPr>
            </a:lvl7pPr>
            <a:lvl8pPr indent="0" lvl="7" marL="0" algn="l">
              <a:spcBef>
                <a:spcPts val="0"/>
              </a:spcBef>
              <a:buNone/>
              <a:defRPr sz="1200">
                <a:solidFill>
                  <a:schemeClr val="lt1"/>
                </a:solidFill>
                <a:latin typeface="Rubik"/>
                <a:ea typeface="Rubik"/>
                <a:cs typeface="Rubik"/>
                <a:sym typeface="Rubik"/>
              </a:defRPr>
            </a:lvl8pPr>
            <a:lvl9pPr indent="0" lvl="8" mar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25" name="Google Shape;125;p35"/>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chemeClr val="lt1"/>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26" name="Google Shape;126;p35"/>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pic>
        <p:nvPicPr>
          <p:cNvPr descr="A picture containing object, clock&#10;&#10;Description automatically generated" id="127" name="Google Shape;127;p35"/>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showMasterSp="0">
  <p:cSld name="15_Title and Content">
    <p:bg>
      <p:bgPr>
        <a:solidFill>
          <a:schemeClr val="lt1"/>
        </a:solidFill>
      </p:bgPr>
    </p:bg>
    <p:spTree>
      <p:nvGrpSpPr>
        <p:cNvPr id="128" name="Shape 128"/>
        <p:cNvGrpSpPr/>
        <p:nvPr/>
      </p:nvGrpSpPr>
      <p:grpSpPr>
        <a:xfrm>
          <a:off x="0" y="0"/>
          <a:ext cx="0" cy="0"/>
          <a:chOff x="0" y="0"/>
          <a:chExt cx="0" cy="0"/>
        </a:xfrm>
      </p:grpSpPr>
      <p:sp>
        <p:nvSpPr>
          <p:cNvPr id="129" name="Google Shape;129;p36"/>
          <p:cNvSpPr txBox="1"/>
          <p:nvPr>
            <p:ph idx="12" type="sldNum"/>
          </p:nvPr>
        </p:nvSpPr>
        <p:spPr>
          <a:xfrm>
            <a:off x="11125200" y="6317673"/>
            <a:ext cx="838200" cy="365760"/>
          </a:xfrm>
          <a:prstGeom prst="rect">
            <a:avLst/>
          </a:prstGeom>
          <a:noFill/>
          <a:ln>
            <a:noFill/>
          </a:ln>
        </p:spPr>
        <p:txBody>
          <a:bodyPr anchorCtr="0" anchor="ctr" bIns="45700" lIns="182875" spcFirstLastPara="1" rIns="91425" wrap="square" tIns="45700">
            <a:noAutofit/>
          </a:bodyPr>
          <a:lstStyle>
            <a:lvl1pPr indent="0" lvl="0" marL="0" algn="l">
              <a:spcBef>
                <a:spcPts val="0"/>
              </a:spcBef>
              <a:buNone/>
              <a:defRPr sz="1200">
                <a:solidFill>
                  <a:srgbClr val="445469"/>
                </a:solidFill>
                <a:latin typeface="Rubik"/>
                <a:ea typeface="Rubik"/>
                <a:cs typeface="Rubik"/>
                <a:sym typeface="Rubik"/>
              </a:defRPr>
            </a:lvl1pPr>
            <a:lvl2pPr indent="0" lvl="1" marL="0" algn="l">
              <a:spcBef>
                <a:spcPts val="0"/>
              </a:spcBef>
              <a:buNone/>
              <a:defRPr sz="1200">
                <a:solidFill>
                  <a:srgbClr val="445469"/>
                </a:solidFill>
                <a:latin typeface="Rubik"/>
                <a:ea typeface="Rubik"/>
                <a:cs typeface="Rubik"/>
                <a:sym typeface="Rubik"/>
              </a:defRPr>
            </a:lvl2pPr>
            <a:lvl3pPr indent="0" lvl="2" marL="0" algn="l">
              <a:spcBef>
                <a:spcPts val="0"/>
              </a:spcBef>
              <a:buNone/>
              <a:defRPr sz="1200">
                <a:solidFill>
                  <a:srgbClr val="445469"/>
                </a:solidFill>
                <a:latin typeface="Rubik"/>
                <a:ea typeface="Rubik"/>
                <a:cs typeface="Rubik"/>
                <a:sym typeface="Rubik"/>
              </a:defRPr>
            </a:lvl3pPr>
            <a:lvl4pPr indent="0" lvl="3" marL="0" algn="l">
              <a:spcBef>
                <a:spcPts val="0"/>
              </a:spcBef>
              <a:buNone/>
              <a:defRPr sz="1200">
                <a:solidFill>
                  <a:srgbClr val="445469"/>
                </a:solidFill>
                <a:latin typeface="Rubik"/>
                <a:ea typeface="Rubik"/>
                <a:cs typeface="Rubik"/>
                <a:sym typeface="Rubik"/>
              </a:defRPr>
            </a:lvl4pPr>
            <a:lvl5pPr indent="0" lvl="4" marL="0" algn="l">
              <a:spcBef>
                <a:spcPts val="0"/>
              </a:spcBef>
              <a:buNone/>
              <a:defRPr sz="1200">
                <a:solidFill>
                  <a:srgbClr val="445469"/>
                </a:solidFill>
                <a:latin typeface="Rubik"/>
                <a:ea typeface="Rubik"/>
                <a:cs typeface="Rubik"/>
                <a:sym typeface="Rubik"/>
              </a:defRPr>
            </a:lvl5pPr>
            <a:lvl6pPr indent="0" lvl="5" marL="0" algn="l">
              <a:spcBef>
                <a:spcPts val="0"/>
              </a:spcBef>
              <a:buNone/>
              <a:defRPr sz="1200">
                <a:solidFill>
                  <a:srgbClr val="445469"/>
                </a:solidFill>
                <a:latin typeface="Rubik"/>
                <a:ea typeface="Rubik"/>
                <a:cs typeface="Rubik"/>
                <a:sym typeface="Rubik"/>
              </a:defRPr>
            </a:lvl6pPr>
            <a:lvl7pPr indent="0" lvl="6" marL="0" algn="l">
              <a:spcBef>
                <a:spcPts val="0"/>
              </a:spcBef>
              <a:buNone/>
              <a:defRPr sz="1200">
                <a:solidFill>
                  <a:srgbClr val="445469"/>
                </a:solidFill>
                <a:latin typeface="Rubik"/>
                <a:ea typeface="Rubik"/>
                <a:cs typeface="Rubik"/>
                <a:sym typeface="Rubik"/>
              </a:defRPr>
            </a:lvl7pPr>
            <a:lvl8pPr indent="0" lvl="7" marL="0" algn="l">
              <a:spcBef>
                <a:spcPts val="0"/>
              </a:spcBef>
              <a:buNone/>
              <a:defRPr sz="1200">
                <a:solidFill>
                  <a:srgbClr val="445469"/>
                </a:solidFill>
                <a:latin typeface="Rubik"/>
                <a:ea typeface="Rubik"/>
                <a:cs typeface="Rubik"/>
                <a:sym typeface="Rubik"/>
              </a:defRPr>
            </a:lvl8pPr>
            <a:lvl9pPr indent="0" lvl="8" marL="0" algn="l">
              <a:spcBef>
                <a:spcPts val="0"/>
              </a:spcBef>
              <a:buNone/>
              <a:defRPr sz="1200">
                <a:solidFill>
                  <a:srgbClr val="445469"/>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30" name="Google Shape;130;p36"/>
          <p:cNvSpPr txBox="1"/>
          <p:nvPr>
            <p:ph idx="11" type="ftr"/>
          </p:nvPr>
        </p:nvSpPr>
        <p:spPr>
          <a:xfrm>
            <a:off x="8388349" y="6317991"/>
            <a:ext cx="2733041" cy="365125"/>
          </a:xfrm>
          <a:prstGeom prst="rect">
            <a:avLst/>
          </a:prstGeom>
          <a:noFill/>
          <a:ln>
            <a:noFill/>
          </a:ln>
        </p:spPr>
        <p:txBody>
          <a:bodyPr anchorCtr="0" anchor="ctr" bIns="45700" lIns="182875" spcFirstLastPara="1" rIns="182875" wrap="square" tIns="45700">
            <a:noAutofit/>
          </a:bodyPr>
          <a:lstStyle>
            <a:lvl1pPr lvl="0" algn="r">
              <a:spcBef>
                <a:spcPts val="0"/>
              </a:spcBef>
              <a:spcAft>
                <a:spcPts val="0"/>
              </a:spcAft>
              <a:buSzPts val="1400"/>
              <a:buNone/>
              <a:defRPr sz="1200">
                <a:solidFill>
                  <a:srgbClr val="445469"/>
                </a:solidFill>
                <a:latin typeface="Rubik"/>
                <a:ea typeface="Rubik"/>
                <a:cs typeface="Rubik"/>
                <a:sym typeface="Rubik"/>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1" name="Google Shape;131;p36"/>
          <p:cNvCxnSpPr/>
          <p:nvPr/>
        </p:nvCxnSpPr>
        <p:spPr>
          <a:xfrm>
            <a:off x="11122660" y="6317673"/>
            <a:ext cx="0" cy="365760"/>
          </a:xfrm>
          <a:prstGeom prst="straightConnector1">
            <a:avLst/>
          </a:prstGeom>
          <a:noFill/>
          <a:ln cap="flat" cmpd="sng" w="12700">
            <a:solidFill>
              <a:srgbClr val="445469"/>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1" showMasterSp="0">
  <p:cSld name="Section Header-1">
    <p:spTree>
      <p:nvGrpSpPr>
        <p:cNvPr id="132" name="Shape 132"/>
        <p:cNvGrpSpPr/>
        <p:nvPr/>
      </p:nvGrpSpPr>
      <p:grpSpPr>
        <a:xfrm>
          <a:off x="0" y="0"/>
          <a:ext cx="0" cy="0"/>
          <a:chOff x="0" y="0"/>
          <a:chExt cx="0" cy="0"/>
        </a:xfrm>
      </p:grpSpPr>
      <p:sp>
        <p:nvSpPr>
          <p:cNvPr id="133" name="Google Shape;133;p37"/>
          <p:cNvSpPr/>
          <p:nvPr/>
        </p:nvSpPr>
        <p:spPr>
          <a:xfrm>
            <a:off x="0" y="0"/>
            <a:ext cx="12192000" cy="6858000"/>
          </a:xfrm>
          <a:prstGeom prst="rect">
            <a:avLst/>
          </a:prstGeom>
          <a:solidFill>
            <a:srgbClr val="1438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id="134" name="Google Shape;134;p37"/>
          <p:cNvPicPr preferRelativeResize="0"/>
          <p:nvPr/>
        </p:nvPicPr>
        <p:blipFill rotWithShape="1">
          <a:blip r:embed="rId2">
            <a:alphaModFix/>
          </a:blip>
          <a:srcRect b="41261" l="0" r="86556" t="6954"/>
          <a:stretch/>
        </p:blipFill>
        <p:spPr>
          <a:xfrm>
            <a:off x="4511499" y="1"/>
            <a:ext cx="7680501" cy="6858000"/>
          </a:xfrm>
          <a:prstGeom prst="rect">
            <a:avLst/>
          </a:prstGeom>
          <a:noFill/>
          <a:ln>
            <a:noFill/>
          </a:ln>
        </p:spPr>
      </p:pic>
      <p:sp>
        <p:nvSpPr>
          <p:cNvPr id="135" name="Google Shape;135;p37"/>
          <p:cNvSpPr txBox="1"/>
          <p:nvPr>
            <p:ph type="ctrTitle"/>
          </p:nvPr>
        </p:nvSpPr>
        <p:spPr>
          <a:xfrm>
            <a:off x="965200" y="2396064"/>
            <a:ext cx="7479553" cy="1498595"/>
          </a:xfrm>
          <a:prstGeom prst="rect">
            <a:avLst/>
          </a:prstGeom>
          <a:noFill/>
          <a:ln>
            <a:noFill/>
          </a:ln>
        </p:spPr>
        <p:txBody>
          <a:bodyPr anchorCtr="0" anchor="b" bIns="45700" lIns="91425" spcFirstLastPara="1" rIns="91425" wrap="square" tIns="45700">
            <a:noAutofit/>
          </a:bodyPr>
          <a:lstStyle>
            <a:lvl1pPr lvl="0" algn="l">
              <a:lnSpc>
                <a:spcPct val="83000"/>
              </a:lnSpc>
              <a:spcBef>
                <a:spcPts val="0"/>
              </a:spcBef>
              <a:spcAft>
                <a:spcPts val="0"/>
              </a:spcAft>
              <a:buClr>
                <a:srgbClr val="F7941D"/>
              </a:buClr>
              <a:buSzPts val="4800"/>
              <a:buFont typeface="Rubik Light"/>
              <a:buNone/>
              <a:defRPr b="0" sz="4800" cap="none">
                <a:solidFill>
                  <a:srgbClr val="F7941D"/>
                </a:solidFill>
                <a:latin typeface="Rubik Light"/>
                <a:ea typeface="Rubik Light"/>
                <a:cs typeface="Rubik Light"/>
                <a:sym typeface="Rubi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37"/>
          <p:cNvSpPr txBox="1"/>
          <p:nvPr>
            <p:ph idx="1" type="subTitle"/>
          </p:nvPr>
        </p:nvSpPr>
        <p:spPr>
          <a:xfrm>
            <a:off x="965200" y="3894660"/>
            <a:ext cx="7482107" cy="457201"/>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800"/>
              <a:buNone/>
              <a:defRPr b="1" sz="1800">
                <a:solidFill>
                  <a:schemeClr val="lt1"/>
                </a:solidFill>
                <a:latin typeface="Rubik"/>
                <a:ea typeface="Rubik"/>
                <a:cs typeface="Rubik"/>
                <a:sym typeface="Rubik"/>
              </a:defRPr>
            </a:lvl1pPr>
            <a:lvl2pPr lvl="1" algn="ctr">
              <a:lnSpc>
                <a:spcPct val="100000"/>
              </a:lnSpc>
              <a:spcBef>
                <a:spcPts val="600"/>
              </a:spcBef>
              <a:spcAft>
                <a:spcPts val="0"/>
              </a:spcAft>
              <a:buSzPts val="1600"/>
              <a:buNone/>
              <a:defRPr sz="1600"/>
            </a:lvl2pPr>
            <a:lvl3pPr lvl="2" algn="ctr">
              <a:lnSpc>
                <a:spcPct val="100000"/>
              </a:lnSpc>
              <a:spcBef>
                <a:spcPts val="600"/>
              </a:spcBef>
              <a:spcAft>
                <a:spcPts val="0"/>
              </a:spcAft>
              <a:buSzPts val="1600"/>
              <a:buNone/>
              <a:defRPr sz="1600"/>
            </a:lvl3pPr>
            <a:lvl4pPr lvl="3" algn="ctr">
              <a:lnSpc>
                <a:spcPct val="100000"/>
              </a:lnSpc>
              <a:spcBef>
                <a:spcPts val="600"/>
              </a:spcBef>
              <a:spcAft>
                <a:spcPts val="0"/>
              </a:spcAft>
              <a:buSzPts val="1600"/>
              <a:buNone/>
              <a:defRPr sz="1600"/>
            </a:lvl4pPr>
            <a:lvl5pPr lvl="4" algn="ctr">
              <a:lnSpc>
                <a:spcPct val="100000"/>
              </a:lnSpc>
              <a:spcBef>
                <a:spcPts val="600"/>
              </a:spcBef>
              <a:spcAft>
                <a:spcPts val="0"/>
              </a:spcAft>
              <a:buSzPts val="1600"/>
              <a:buNone/>
              <a:defRPr sz="1600"/>
            </a:lvl5pPr>
            <a:lvl6pPr lvl="5" algn="ctr">
              <a:lnSpc>
                <a:spcPct val="100000"/>
              </a:lnSpc>
              <a:spcBef>
                <a:spcPts val="6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137" name="Google Shape;137;p37"/>
          <p:cNvSpPr/>
          <p:nvPr/>
        </p:nvSpPr>
        <p:spPr>
          <a:xfrm>
            <a:off x="1061720" y="3838786"/>
            <a:ext cx="605155" cy="50792"/>
          </a:xfrm>
          <a:prstGeom prst="rect">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38" name="Google Shape;138;p37"/>
          <p:cNvSpPr/>
          <p:nvPr/>
        </p:nvSpPr>
        <p:spPr>
          <a:xfrm>
            <a:off x="7990842" y="1544627"/>
            <a:ext cx="1008432" cy="993292"/>
          </a:xfrm>
          <a:custGeom>
            <a:rect b="b" l="l" r="r" t="t"/>
            <a:pathLst>
              <a:path extrusionOk="0" h="1530991" w="1554329">
                <a:moveTo>
                  <a:pt x="1554329" y="1232524"/>
                </a:moveTo>
                <a:lnTo>
                  <a:pt x="1554329" y="1457856"/>
                </a:lnTo>
                <a:cubicBezTo>
                  <a:pt x="1554329" y="1498247"/>
                  <a:pt x="1521585" y="1530991"/>
                  <a:pt x="1481194" y="1530991"/>
                </a:cubicBezTo>
                <a:lnTo>
                  <a:pt x="1255862" y="1530991"/>
                </a:lnTo>
                <a:close/>
                <a:moveTo>
                  <a:pt x="1554329" y="780647"/>
                </a:moveTo>
                <a:lnTo>
                  <a:pt x="1554329" y="1003534"/>
                </a:lnTo>
                <a:lnTo>
                  <a:pt x="1026872" y="1530991"/>
                </a:lnTo>
                <a:lnTo>
                  <a:pt x="803985" y="1530991"/>
                </a:lnTo>
                <a:close/>
                <a:moveTo>
                  <a:pt x="1554329" y="328768"/>
                </a:moveTo>
                <a:lnTo>
                  <a:pt x="1554329" y="551657"/>
                </a:lnTo>
                <a:lnTo>
                  <a:pt x="574996" y="1530991"/>
                </a:lnTo>
                <a:lnTo>
                  <a:pt x="352106" y="1530991"/>
                </a:lnTo>
                <a:close/>
                <a:moveTo>
                  <a:pt x="1431216" y="0"/>
                </a:moveTo>
                <a:lnTo>
                  <a:pt x="1481194" y="0"/>
                </a:lnTo>
                <a:cubicBezTo>
                  <a:pt x="1521585" y="0"/>
                  <a:pt x="1554329" y="32744"/>
                  <a:pt x="1554329" y="73135"/>
                </a:cubicBezTo>
                <a:lnTo>
                  <a:pt x="1554329" y="99778"/>
                </a:lnTo>
                <a:lnTo>
                  <a:pt x="123117" y="1530991"/>
                </a:lnTo>
                <a:lnTo>
                  <a:pt x="73135" y="1530991"/>
                </a:lnTo>
                <a:cubicBezTo>
                  <a:pt x="32744" y="1530991"/>
                  <a:pt x="0" y="1498247"/>
                  <a:pt x="0" y="1457856"/>
                </a:cubicBezTo>
                <a:lnTo>
                  <a:pt x="0" y="1431217"/>
                </a:lnTo>
                <a:close/>
                <a:moveTo>
                  <a:pt x="979338" y="0"/>
                </a:moveTo>
                <a:lnTo>
                  <a:pt x="1202227" y="0"/>
                </a:lnTo>
                <a:lnTo>
                  <a:pt x="0" y="1202228"/>
                </a:lnTo>
                <a:lnTo>
                  <a:pt x="0" y="979338"/>
                </a:lnTo>
                <a:close/>
                <a:moveTo>
                  <a:pt x="527458" y="0"/>
                </a:moveTo>
                <a:lnTo>
                  <a:pt x="750348" y="0"/>
                </a:lnTo>
                <a:lnTo>
                  <a:pt x="0" y="750349"/>
                </a:lnTo>
                <a:lnTo>
                  <a:pt x="0" y="527458"/>
                </a:lnTo>
                <a:close/>
                <a:moveTo>
                  <a:pt x="73135" y="0"/>
                </a:moveTo>
                <a:lnTo>
                  <a:pt x="298469" y="0"/>
                </a:lnTo>
                <a:lnTo>
                  <a:pt x="0" y="298469"/>
                </a:lnTo>
                <a:lnTo>
                  <a:pt x="0" y="73135"/>
                </a:lnTo>
                <a:cubicBezTo>
                  <a:pt x="0" y="32744"/>
                  <a:pt x="32744" y="0"/>
                  <a:pt x="73135" y="0"/>
                </a:cubicBezTo>
                <a:close/>
              </a:path>
            </a:pathLst>
          </a:custGeom>
          <a:solidFill>
            <a:srgbClr val="1438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descr="A picture containing object, clock&#10;&#10;Description automatically generated" id="139" name="Google Shape;139;p37"/>
          <p:cNvPicPr preferRelativeResize="0"/>
          <p:nvPr/>
        </p:nvPicPr>
        <p:blipFill rotWithShape="1">
          <a:blip r:embed="rId3">
            <a:alphaModFix/>
          </a:blip>
          <a:srcRect b="0" l="0" r="0" t="0"/>
          <a:stretch/>
        </p:blipFill>
        <p:spPr>
          <a:xfrm>
            <a:off x="965200" y="1073141"/>
            <a:ext cx="2181595" cy="60575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bg>
      <p:bgPr>
        <a:solidFill>
          <a:schemeClr val="lt1"/>
        </a:solidFill>
      </p:bgPr>
    </p:bg>
    <p:spTree>
      <p:nvGrpSpPr>
        <p:cNvPr id="140" name="Shape 140"/>
        <p:cNvGrpSpPr/>
        <p:nvPr/>
      </p:nvGrpSpPr>
      <p:grpSpPr>
        <a:xfrm>
          <a:off x="0" y="0"/>
          <a:ext cx="0" cy="0"/>
          <a:chOff x="0" y="0"/>
          <a:chExt cx="0" cy="0"/>
        </a:xfrm>
      </p:grpSpPr>
      <p:sp>
        <p:nvSpPr>
          <p:cNvPr id="141" name="Google Shape;141;p38"/>
          <p:cNvSpPr/>
          <p:nvPr/>
        </p:nvSpPr>
        <p:spPr>
          <a:xfrm>
            <a:off x="5161840" y="1037442"/>
            <a:ext cx="369757" cy="369757"/>
          </a:xfrm>
          <a:prstGeom prst="roundRect">
            <a:avLst>
              <a:gd fmla="val 4301" name="adj"/>
            </a:avLst>
          </a:prstGeom>
          <a:solidFill>
            <a:srgbClr val="0F24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2" name="Google Shape;142;p38"/>
          <p:cNvSpPr/>
          <p:nvPr/>
        </p:nvSpPr>
        <p:spPr>
          <a:xfrm>
            <a:off x="5161839" y="1450947"/>
            <a:ext cx="369757" cy="369757"/>
          </a:xfrm>
          <a:prstGeom prst="roundRect">
            <a:avLst>
              <a:gd fmla="val 4301" name="adj"/>
            </a:avLst>
          </a:prstGeom>
          <a:solidFill>
            <a:srgbClr val="1438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3" name="Google Shape;143;p38"/>
          <p:cNvSpPr/>
          <p:nvPr/>
        </p:nvSpPr>
        <p:spPr>
          <a:xfrm>
            <a:off x="5161838" y="1864452"/>
            <a:ext cx="369757" cy="369757"/>
          </a:xfrm>
          <a:prstGeom prst="roundRect">
            <a:avLst>
              <a:gd fmla="val 4301" name="adj"/>
            </a:avLst>
          </a:prstGeom>
          <a:solidFill>
            <a:srgbClr val="0054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4" name="Google Shape;144;p38"/>
          <p:cNvSpPr/>
          <p:nvPr/>
        </p:nvSpPr>
        <p:spPr>
          <a:xfrm>
            <a:off x="5161838" y="3104967"/>
            <a:ext cx="369757" cy="369757"/>
          </a:xfrm>
          <a:prstGeom prst="roundRect">
            <a:avLst>
              <a:gd fmla="val 4301" name="adj"/>
            </a:avLst>
          </a:prstGeom>
          <a:solidFill>
            <a:srgbClr val="5CA9D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5" name="Google Shape;145;p38"/>
          <p:cNvSpPr/>
          <p:nvPr/>
        </p:nvSpPr>
        <p:spPr>
          <a:xfrm>
            <a:off x="5161835" y="3518471"/>
            <a:ext cx="369757" cy="369757"/>
          </a:xfrm>
          <a:prstGeom prst="roundRect">
            <a:avLst>
              <a:gd fmla="val 4301" name="adj"/>
            </a:avLst>
          </a:prstGeom>
          <a:solidFill>
            <a:srgbClr val="8AC8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6" name="Google Shape;146;p38"/>
          <p:cNvSpPr/>
          <p:nvPr/>
        </p:nvSpPr>
        <p:spPr>
          <a:xfrm>
            <a:off x="5161838" y="2277957"/>
            <a:ext cx="369757" cy="369757"/>
          </a:xfrm>
          <a:prstGeom prst="roundRect">
            <a:avLst>
              <a:gd fmla="val 4301" name="adj"/>
            </a:avLst>
          </a:prstGeom>
          <a:solidFill>
            <a:srgbClr val="1371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7" name="Google Shape;147;p38"/>
          <p:cNvSpPr/>
          <p:nvPr/>
        </p:nvSpPr>
        <p:spPr>
          <a:xfrm>
            <a:off x="5161838" y="2691462"/>
            <a:ext cx="369757" cy="369757"/>
          </a:xfrm>
          <a:prstGeom prst="roundRect">
            <a:avLst>
              <a:gd fmla="val 4301" name="adj"/>
            </a:avLst>
          </a:prstGeom>
          <a:solidFill>
            <a:srgbClr val="4B8B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8" name="Google Shape;148;p38"/>
          <p:cNvSpPr/>
          <p:nvPr/>
        </p:nvSpPr>
        <p:spPr>
          <a:xfrm>
            <a:off x="7520027" y="1037442"/>
            <a:ext cx="369757" cy="369757"/>
          </a:xfrm>
          <a:prstGeom prst="roundRect">
            <a:avLst>
              <a:gd fmla="val 4301" name="adj"/>
            </a:avLst>
          </a:prstGeom>
          <a:solidFill>
            <a:srgbClr val="4454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9" name="Google Shape;149;p38"/>
          <p:cNvSpPr/>
          <p:nvPr/>
        </p:nvSpPr>
        <p:spPr>
          <a:xfrm>
            <a:off x="7520027" y="1440184"/>
            <a:ext cx="369757" cy="369757"/>
          </a:xfrm>
          <a:prstGeom prst="roundRect">
            <a:avLst>
              <a:gd fmla="val 4301" name="adj"/>
            </a:avLst>
          </a:prstGeom>
          <a:solidFill>
            <a:srgbClr val="BF3B2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50" name="Google Shape;150;p38"/>
          <p:cNvSpPr/>
          <p:nvPr/>
        </p:nvSpPr>
        <p:spPr>
          <a:xfrm>
            <a:off x="7520026" y="1842926"/>
            <a:ext cx="369757" cy="369757"/>
          </a:xfrm>
          <a:prstGeom prst="roundRect">
            <a:avLst>
              <a:gd fmla="val 4301" name="adj"/>
            </a:avLst>
          </a:prstGeom>
          <a:solidFill>
            <a:srgbClr val="F794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51" name="Google Shape;151;p38"/>
          <p:cNvSpPr/>
          <p:nvPr/>
        </p:nvSpPr>
        <p:spPr>
          <a:xfrm>
            <a:off x="7520026" y="2245668"/>
            <a:ext cx="369757" cy="369757"/>
          </a:xfrm>
          <a:prstGeom prst="roundRect">
            <a:avLst>
              <a:gd fmla="val 4301" name="adj"/>
            </a:avLst>
          </a:prstGeom>
          <a:solidFill>
            <a:srgbClr val="9CBB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52" name="Google Shape;152;p38"/>
          <p:cNvSpPr/>
          <p:nvPr/>
        </p:nvSpPr>
        <p:spPr>
          <a:xfrm>
            <a:off x="7520026" y="2648409"/>
            <a:ext cx="369757" cy="369757"/>
          </a:xfrm>
          <a:prstGeom prst="roundRect">
            <a:avLst>
              <a:gd fmla="val 4301" name="adj"/>
            </a:avLst>
          </a:prstGeom>
          <a:solidFill>
            <a:srgbClr val="07A28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53" name="Google Shape;153;p38"/>
          <p:cNvSpPr txBox="1"/>
          <p:nvPr/>
        </p:nvSpPr>
        <p:spPr>
          <a:xfrm>
            <a:off x="4611255" y="580189"/>
            <a:ext cx="1470915"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Rubik"/>
                <a:ea typeface="Rubik"/>
                <a:cs typeface="Rubik"/>
                <a:sym typeface="Rubik"/>
              </a:rPr>
              <a:t>Background</a:t>
            </a:r>
            <a:endParaRPr/>
          </a:p>
        </p:txBody>
      </p:sp>
      <p:sp>
        <p:nvSpPr>
          <p:cNvPr id="154" name="Google Shape;154;p38"/>
          <p:cNvSpPr txBox="1"/>
          <p:nvPr/>
        </p:nvSpPr>
        <p:spPr>
          <a:xfrm>
            <a:off x="7095222" y="580189"/>
            <a:ext cx="13308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Rubik"/>
                <a:ea typeface="Rubik"/>
                <a:cs typeface="Rubik"/>
                <a:sym typeface="Rubik"/>
              </a:rPr>
              <a:t>Secondary</a:t>
            </a:r>
            <a:endParaRPr/>
          </a:p>
        </p:txBody>
      </p:sp>
      <p:sp>
        <p:nvSpPr>
          <p:cNvPr id="155" name="Google Shape;155;p38"/>
          <p:cNvSpPr/>
          <p:nvPr/>
        </p:nvSpPr>
        <p:spPr>
          <a:xfrm>
            <a:off x="1677496" y="2647714"/>
            <a:ext cx="602019" cy="602019"/>
          </a:xfrm>
          <a:prstGeom prst="roundRect">
            <a:avLst>
              <a:gd fmla="val 430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445469"/>
                </a:solidFill>
                <a:latin typeface="Rubik"/>
                <a:ea typeface="Rubik"/>
                <a:cs typeface="Rubik"/>
                <a:sym typeface="Rubik"/>
              </a:rPr>
              <a:t>A</a:t>
            </a:r>
            <a:endParaRPr/>
          </a:p>
        </p:txBody>
      </p:sp>
      <p:sp>
        <p:nvSpPr>
          <p:cNvPr id="156" name="Google Shape;156;p38"/>
          <p:cNvSpPr/>
          <p:nvPr/>
        </p:nvSpPr>
        <p:spPr>
          <a:xfrm>
            <a:off x="2301813" y="2647714"/>
            <a:ext cx="602019" cy="602019"/>
          </a:xfrm>
          <a:prstGeom prst="roundRect">
            <a:avLst>
              <a:gd fmla="val 430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0F2446"/>
                </a:solidFill>
                <a:latin typeface="Rubik"/>
                <a:ea typeface="Rubik"/>
                <a:cs typeface="Rubik"/>
                <a:sym typeface="Rubik"/>
              </a:rPr>
              <a:t>A</a:t>
            </a:r>
            <a:endParaRPr/>
          </a:p>
        </p:txBody>
      </p:sp>
      <p:sp>
        <p:nvSpPr>
          <p:cNvPr id="157" name="Google Shape;157;p38"/>
          <p:cNvSpPr/>
          <p:nvPr/>
        </p:nvSpPr>
        <p:spPr>
          <a:xfrm>
            <a:off x="2926129" y="2647714"/>
            <a:ext cx="602019" cy="602019"/>
          </a:xfrm>
          <a:prstGeom prst="roundRect">
            <a:avLst>
              <a:gd fmla="val 4301" name="adj"/>
            </a:avLst>
          </a:prstGeom>
          <a:solidFill>
            <a:srgbClr val="F794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Rubik"/>
                <a:ea typeface="Rubik"/>
                <a:cs typeface="Rubik"/>
                <a:sym typeface="Rubik"/>
              </a:rPr>
              <a:t>A</a:t>
            </a:r>
            <a:endParaRPr/>
          </a:p>
        </p:txBody>
      </p:sp>
      <p:sp>
        <p:nvSpPr>
          <p:cNvPr id="158" name="Google Shape;158;p38"/>
          <p:cNvSpPr/>
          <p:nvPr/>
        </p:nvSpPr>
        <p:spPr>
          <a:xfrm>
            <a:off x="3550446" y="2647714"/>
            <a:ext cx="602019" cy="602019"/>
          </a:xfrm>
          <a:prstGeom prst="roundRect">
            <a:avLst>
              <a:gd fmla="val 4301" name="adj"/>
            </a:avLst>
          </a:prstGeom>
          <a:solidFill>
            <a:srgbClr val="9CBB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Rubik"/>
                <a:ea typeface="Rubik"/>
                <a:cs typeface="Rubik"/>
                <a:sym typeface="Rubik"/>
              </a:rPr>
              <a:t>A</a:t>
            </a:r>
            <a:endParaRPr/>
          </a:p>
        </p:txBody>
      </p:sp>
      <p:sp>
        <p:nvSpPr>
          <p:cNvPr id="159" name="Google Shape;159;p38"/>
          <p:cNvSpPr txBox="1"/>
          <p:nvPr/>
        </p:nvSpPr>
        <p:spPr>
          <a:xfrm>
            <a:off x="184283" y="2764057"/>
            <a:ext cx="6591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Rubik"/>
                <a:ea typeface="Rubik"/>
                <a:cs typeface="Rubik"/>
                <a:sym typeface="Rubik"/>
              </a:rPr>
              <a:t>Text</a:t>
            </a:r>
            <a:endParaRPr/>
          </a:p>
        </p:txBody>
      </p:sp>
      <p:sp>
        <p:nvSpPr>
          <p:cNvPr id="160" name="Google Shape;160;p38"/>
          <p:cNvSpPr/>
          <p:nvPr/>
        </p:nvSpPr>
        <p:spPr>
          <a:xfrm>
            <a:off x="5699919" y="1451372"/>
            <a:ext cx="11160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#14385F</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Large Graphic">
  <p:cSld name="Text, Large Graphic">
    <p:spTree>
      <p:nvGrpSpPr>
        <p:cNvPr id="161" name="Shape 161"/>
        <p:cNvGrpSpPr/>
        <p:nvPr/>
      </p:nvGrpSpPr>
      <p:grpSpPr>
        <a:xfrm>
          <a:off x="0" y="0"/>
          <a:ext cx="0" cy="0"/>
          <a:chOff x="0" y="0"/>
          <a:chExt cx="0" cy="0"/>
        </a:xfrm>
      </p:grpSpPr>
      <p:sp>
        <p:nvSpPr>
          <p:cNvPr id="162" name="Google Shape;162;p39"/>
          <p:cNvSpPr/>
          <p:nvPr>
            <p:ph idx="2" type="pic"/>
          </p:nvPr>
        </p:nvSpPr>
        <p:spPr>
          <a:xfrm>
            <a:off x="5604867" y="1700213"/>
            <a:ext cx="6117233" cy="4598988"/>
          </a:xfrm>
          <a:prstGeom prst="rect">
            <a:avLst/>
          </a:prstGeom>
          <a:noFill/>
          <a:ln>
            <a:noFill/>
          </a:ln>
        </p:spPr>
      </p:sp>
      <p:sp>
        <p:nvSpPr>
          <p:cNvPr id="163" name="Google Shape;163;p39"/>
          <p:cNvSpPr txBox="1"/>
          <p:nvPr>
            <p:ph idx="1" type="body"/>
          </p:nvPr>
        </p:nvSpPr>
        <p:spPr>
          <a:xfrm>
            <a:off x="469900" y="1665290"/>
            <a:ext cx="4333663" cy="4633911"/>
          </a:xfrm>
          <a:prstGeom prst="rect">
            <a:avLst/>
          </a:prstGeom>
          <a:noFill/>
          <a:ln>
            <a:noFill/>
          </a:ln>
        </p:spPr>
        <p:txBody>
          <a:bodyPr anchorCtr="0" anchor="t" bIns="0" lIns="0" spcFirstLastPara="1" rIns="0" wrap="square" tIns="0">
            <a:noAutofit/>
          </a:bodyPr>
          <a:lstStyle>
            <a:lvl1pPr indent="-330200" lvl="0" marL="457200" algn="l">
              <a:lnSpc>
                <a:spcPct val="100000"/>
              </a:lnSpc>
              <a:spcBef>
                <a:spcPts val="900"/>
              </a:spcBef>
              <a:spcAft>
                <a:spcPts val="0"/>
              </a:spcAft>
              <a:buSzPts val="1600"/>
              <a:buChar char="◦"/>
              <a:defRPr sz="1600"/>
            </a:lvl1pPr>
            <a:lvl2pPr indent="-330200" lvl="1" marL="914400" algn="l">
              <a:lnSpc>
                <a:spcPct val="100000"/>
              </a:lnSpc>
              <a:spcBef>
                <a:spcPts val="600"/>
              </a:spcBef>
              <a:spcAft>
                <a:spcPts val="0"/>
              </a:spcAft>
              <a:buSzPts val="1600"/>
              <a:buChar char="◦"/>
              <a:defRPr sz="1600"/>
            </a:lvl2pPr>
            <a:lvl3pPr indent="-330200" lvl="2" marL="1371600" algn="l">
              <a:lnSpc>
                <a:spcPct val="100000"/>
              </a:lnSpc>
              <a:spcBef>
                <a:spcPts val="600"/>
              </a:spcBef>
              <a:spcAft>
                <a:spcPts val="0"/>
              </a:spcAft>
              <a:buSzPts val="1600"/>
              <a:buChar char="◦"/>
              <a:defRPr sz="1600"/>
            </a:lvl3pPr>
            <a:lvl4pPr indent="-330200" lvl="3" marL="1828800" algn="l">
              <a:lnSpc>
                <a:spcPct val="100000"/>
              </a:lnSpc>
              <a:spcBef>
                <a:spcPts val="600"/>
              </a:spcBef>
              <a:spcAft>
                <a:spcPts val="0"/>
              </a:spcAft>
              <a:buSzPts val="1600"/>
              <a:buChar char="◦"/>
              <a:defRPr sz="1600"/>
            </a:lvl4pPr>
            <a:lvl5pPr indent="-330200" lvl="4" marL="2286000" algn="l">
              <a:lnSpc>
                <a:spcPct val="100000"/>
              </a:lnSpc>
              <a:spcBef>
                <a:spcPts val="600"/>
              </a:spcBef>
              <a:spcAft>
                <a:spcPts val="0"/>
              </a:spcAft>
              <a:buSzPts val="1600"/>
              <a:buChar char="◦"/>
              <a:defRPr sz="16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64" name="Google Shape;164;p39"/>
          <p:cNvSpPr txBox="1"/>
          <p:nvPr>
            <p:ph idx="3" type="body"/>
          </p:nvPr>
        </p:nvSpPr>
        <p:spPr>
          <a:xfrm>
            <a:off x="469900" y="736688"/>
            <a:ext cx="11252200" cy="757255"/>
          </a:xfrm>
          <a:prstGeom prst="rect">
            <a:avLst/>
          </a:prstGeom>
          <a:noFill/>
          <a:ln>
            <a:noFill/>
          </a:ln>
        </p:spPr>
        <p:txBody>
          <a:bodyPr anchorCtr="0" anchor="t" bIns="0" lIns="0" spcFirstLastPara="1" rIns="0" wrap="square" tIns="0">
            <a:noAutofit/>
          </a:bodyPr>
          <a:lstStyle>
            <a:lvl1pPr indent="-355600" lvl="0" marL="457200" algn="l">
              <a:lnSpc>
                <a:spcPct val="100000"/>
              </a:lnSpc>
              <a:spcBef>
                <a:spcPts val="900"/>
              </a:spcBef>
              <a:spcAft>
                <a:spcPts val="0"/>
              </a:spcAft>
              <a:buSzPts val="2000"/>
              <a:buChar char="◦"/>
              <a:defRPr sz="2000">
                <a:solidFill>
                  <a:srgbClr val="D8D8D8"/>
                </a:solidFill>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65" name="Google Shape;165;p39"/>
          <p:cNvSpPr txBox="1"/>
          <p:nvPr>
            <p:ph type="title"/>
          </p:nvPr>
        </p:nvSpPr>
        <p:spPr>
          <a:xfrm>
            <a:off x="469900" y="402587"/>
            <a:ext cx="11252200" cy="33410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7941D"/>
              </a:buClr>
              <a:buSzPts val="2000"/>
              <a:buFont typeface="Rubik Light"/>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3" name="Shape 173"/>
        <p:cNvGrpSpPr/>
        <p:nvPr/>
      </p:nvGrpSpPr>
      <p:grpSpPr>
        <a:xfrm>
          <a:off x="0" y="0"/>
          <a:ext cx="0" cy="0"/>
          <a:chOff x="0" y="0"/>
          <a:chExt cx="0" cy="0"/>
        </a:xfrm>
      </p:grpSpPr>
      <p:sp>
        <p:nvSpPr>
          <p:cNvPr id="174" name="Google Shape;17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Font typeface="Rubik Light"/>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19"/>
          <p:cNvSpPr txBox="1"/>
          <p:nvPr>
            <p:ph idx="1" type="body"/>
          </p:nvPr>
        </p:nvSpPr>
        <p:spPr>
          <a:xfrm>
            <a:off x="838200" y="1825625"/>
            <a:ext cx="10515600" cy="42070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19"/>
          <p:cNvSpPr txBox="1"/>
          <p:nvPr>
            <p:ph idx="11" type="ftr"/>
          </p:nvPr>
        </p:nvSpPr>
        <p:spPr>
          <a:xfrm>
            <a:off x="4677475" y="6254910"/>
            <a:ext cx="6934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Clr>
                <a:schemeClr val="lt1"/>
              </a:buClr>
              <a:buSzPts val="1400"/>
              <a:buFont typeface="Rubik"/>
              <a:buNone/>
              <a:defRPr/>
            </a:lvl1pPr>
            <a:lvl2pPr lvl="1" algn="l">
              <a:lnSpc>
                <a:spcPct val="100000"/>
              </a:lnSpc>
              <a:spcBef>
                <a:spcPts val="0"/>
              </a:spcBef>
              <a:spcAft>
                <a:spcPts val="0"/>
              </a:spcAft>
              <a:buClr>
                <a:schemeClr val="dk1"/>
              </a:buClr>
              <a:buSzPts val="1400"/>
              <a:buFont typeface="Rubik Light"/>
              <a:buNone/>
              <a:defRPr/>
            </a:lvl2pPr>
            <a:lvl3pPr lvl="2" algn="l">
              <a:lnSpc>
                <a:spcPct val="100000"/>
              </a:lnSpc>
              <a:spcBef>
                <a:spcPts val="0"/>
              </a:spcBef>
              <a:spcAft>
                <a:spcPts val="0"/>
              </a:spcAft>
              <a:buClr>
                <a:schemeClr val="dk1"/>
              </a:buClr>
              <a:buSzPts val="1400"/>
              <a:buFont typeface="Rubik Light"/>
              <a:buNone/>
              <a:defRPr/>
            </a:lvl3pPr>
            <a:lvl4pPr lvl="3" algn="l">
              <a:lnSpc>
                <a:spcPct val="100000"/>
              </a:lnSpc>
              <a:spcBef>
                <a:spcPts val="0"/>
              </a:spcBef>
              <a:spcAft>
                <a:spcPts val="0"/>
              </a:spcAft>
              <a:buClr>
                <a:schemeClr val="dk1"/>
              </a:buClr>
              <a:buSzPts val="1400"/>
              <a:buFont typeface="Rubik Light"/>
              <a:buNone/>
              <a:defRPr/>
            </a:lvl4pPr>
            <a:lvl5pPr lvl="4" algn="l">
              <a:lnSpc>
                <a:spcPct val="100000"/>
              </a:lnSpc>
              <a:spcBef>
                <a:spcPts val="0"/>
              </a:spcBef>
              <a:spcAft>
                <a:spcPts val="0"/>
              </a:spcAft>
              <a:buClr>
                <a:schemeClr val="dk1"/>
              </a:buClr>
              <a:buSzPts val="1400"/>
              <a:buFont typeface="Rubik Light"/>
              <a:buNone/>
              <a:defRPr/>
            </a:lvl5pPr>
            <a:lvl6pPr lvl="5" algn="l">
              <a:lnSpc>
                <a:spcPct val="100000"/>
              </a:lnSpc>
              <a:spcBef>
                <a:spcPts val="0"/>
              </a:spcBef>
              <a:spcAft>
                <a:spcPts val="0"/>
              </a:spcAft>
              <a:buClr>
                <a:schemeClr val="dk1"/>
              </a:buClr>
              <a:buSzPts val="1400"/>
              <a:buFont typeface="Rubik Light"/>
              <a:buNone/>
              <a:defRPr/>
            </a:lvl6pPr>
            <a:lvl7pPr lvl="6" algn="l">
              <a:lnSpc>
                <a:spcPct val="100000"/>
              </a:lnSpc>
              <a:spcBef>
                <a:spcPts val="0"/>
              </a:spcBef>
              <a:spcAft>
                <a:spcPts val="0"/>
              </a:spcAft>
              <a:buClr>
                <a:schemeClr val="dk1"/>
              </a:buClr>
              <a:buSzPts val="1400"/>
              <a:buFont typeface="Rubik Light"/>
              <a:buNone/>
              <a:defRPr/>
            </a:lvl7pPr>
            <a:lvl8pPr lvl="7" algn="l">
              <a:lnSpc>
                <a:spcPct val="100000"/>
              </a:lnSpc>
              <a:spcBef>
                <a:spcPts val="0"/>
              </a:spcBef>
              <a:spcAft>
                <a:spcPts val="0"/>
              </a:spcAft>
              <a:buClr>
                <a:schemeClr val="dk1"/>
              </a:buClr>
              <a:buSzPts val="1400"/>
              <a:buFont typeface="Rubik Light"/>
              <a:buNone/>
              <a:defRPr/>
            </a:lvl8pPr>
            <a:lvl9pPr lvl="8" algn="l">
              <a:lnSpc>
                <a:spcPct val="100000"/>
              </a:lnSpc>
              <a:spcBef>
                <a:spcPts val="0"/>
              </a:spcBef>
              <a:spcAft>
                <a:spcPts val="0"/>
              </a:spcAft>
              <a:buClr>
                <a:schemeClr val="dk1"/>
              </a:buClr>
              <a:buSzPts val="1400"/>
              <a:buFont typeface="Rubik Light"/>
              <a:buNone/>
              <a:defRPr/>
            </a:lvl9pPr>
          </a:lstStyle>
          <a:p/>
        </p:txBody>
      </p:sp>
      <p:sp>
        <p:nvSpPr>
          <p:cNvPr id="177" name="Google Shape;177;p19"/>
          <p:cNvSpPr txBox="1"/>
          <p:nvPr>
            <p:ph idx="12" type="sldNum"/>
          </p:nvPr>
        </p:nvSpPr>
        <p:spPr>
          <a:xfrm>
            <a:off x="11715946" y="6254910"/>
            <a:ext cx="4572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1pPr>
            <a:lvl2pPr indent="0" lvl="1"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2pPr>
            <a:lvl3pPr indent="0" lvl="2"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3pPr>
            <a:lvl4pPr indent="0" lvl="3"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4pPr>
            <a:lvl5pPr indent="0" lvl="4"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5pPr>
            <a:lvl6pPr indent="0" lvl="5"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6pPr>
            <a:lvl7pPr indent="0" lvl="6"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7pPr>
            <a:lvl8pPr indent="0" lvl="7"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8pPr>
            <a:lvl9pPr indent="0" lvl="8" marL="0" marR="0" algn="ctr">
              <a:lnSpc>
                <a:spcPct val="100000"/>
              </a:lnSpc>
              <a:spcBef>
                <a:spcPts val="0"/>
              </a:spcBef>
              <a:spcAft>
                <a:spcPts val="0"/>
              </a:spcAft>
              <a:buClr>
                <a:srgbClr val="000000"/>
              </a:buClr>
              <a:buSzPts val="800"/>
              <a:buFont typeface="Arial"/>
              <a:buNone/>
              <a:defRPr b="0" i="0" sz="800" u="none" cap="none" strike="noStrike">
                <a:solidFill>
                  <a:schemeClr val="dk1"/>
                </a:solidFill>
                <a:latin typeface="Montserrat"/>
                <a:ea typeface="Montserrat"/>
                <a:cs typeface="Montserrat"/>
                <a:sym typeface="Montserra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showMasterSp="0">
  <p:cSld name="5_Title and Content">
    <p:bg>
      <p:bgPr>
        <a:solidFill>
          <a:schemeClr val="lt1"/>
        </a:solidFill>
      </p:bgPr>
    </p:bg>
    <p:spTree>
      <p:nvGrpSpPr>
        <p:cNvPr id="178" name="Shape 17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showMasterSp="0">
  <p:cSld name="4_Title and Content">
    <p:bg>
      <p:bgPr>
        <a:solidFill>
          <a:schemeClr val="lt1"/>
        </a:solidFill>
      </p:bgPr>
    </p:bg>
    <p:spTree>
      <p:nvGrpSpPr>
        <p:cNvPr id="179" name="Shape 179"/>
        <p:cNvGrpSpPr/>
        <p:nvPr/>
      </p:nvGrpSpPr>
      <p:grpSpPr>
        <a:xfrm>
          <a:off x="0" y="0"/>
          <a:ext cx="0" cy="0"/>
          <a:chOff x="0" y="0"/>
          <a:chExt cx="0" cy="0"/>
        </a:xfrm>
      </p:grpSpPr>
      <p:sp>
        <p:nvSpPr>
          <p:cNvPr id="180" name="Google Shape;180;p40"/>
          <p:cNvSpPr txBox="1"/>
          <p:nvPr>
            <p:ph type="title"/>
          </p:nvPr>
        </p:nvSpPr>
        <p:spPr>
          <a:xfrm>
            <a:off x="309562" y="308039"/>
            <a:ext cx="11572876"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3200"/>
              <a:buFont typeface="Rubik SemiBold"/>
              <a:buNone/>
              <a:defRPr b="0" sz="3200">
                <a:solidFill>
                  <a:schemeClr val="dk1"/>
                </a:solidFill>
                <a:latin typeface="Rubik SemiBold"/>
                <a:ea typeface="Rubik SemiBold"/>
                <a:cs typeface="Rubik SemiBold"/>
                <a:sym typeface="Rubik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picture containing object, clock&#10;&#10;Description automatically generated" id="181" name="Google Shape;181;p40"/>
          <p:cNvPicPr preferRelativeResize="0"/>
          <p:nvPr/>
        </p:nvPicPr>
        <p:blipFill rotWithShape="1">
          <a:blip r:embed="rId2">
            <a:alphaModFix/>
          </a:blip>
          <a:srcRect b="0" l="0" r="0" t="0"/>
          <a:stretch/>
        </p:blipFill>
        <p:spPr>
          <a:xfrm>
            <a:off x="228600" y="6262333"/>
            <a:ext cx="1600484" cy="444401"/>
          </a:xfrm>
          <a:prstGeom prst="rect">
            <a:avLst/>
          </a:prstGeom>
          <a:noFill/>
          <a:ln>
            <a:noFill/>
          </a:ln>
        </p:spPr>
      </p:pic>
      <p:cxnSp>
        <p:nvCxnSpPr>
          <p:cNvPr id="182" name="Google Shape;182;p40"/>
          <p:cNvCxnSpPr/>
          <p:nvPr/>
        </p:nvCxnSpPr>
        <p:spPr>
          <a:xfrm>
            <a:off x="11439379" y="6354145"/>
            <a:ext cx="0" cy="260776"/>
          </a:xfrm>
          <a:prstGeom prst="straightConnector1">
            <a:avLst/>
          </a:prstGeom>
          <a:noFill/>
          <a:ln cap="flat" cmpd="sng" w="12700">
            <a:solidFill>
              <a:srgbClr val="445469"/>
            </a:solidFill>
            <a:prstDash val="solid"/>
            <a:round/>
            <a:headEnd len="sm" w="sm" type="none"/>
            <a:tailEnd len="sm" w="sm" type="none"/>
          </a:ln>
        </p:spPr>
      </p:cxnSp>
      <p:sp>
        <p:nvSpPr>
          <p:cNvPr id="183" name="Google Shape;183;p40"/>
          <p:cNvSpPr txBox="1"/>
          <p:nvPr/>
        </p:nvSpPr>
        <p:spPr>
          <a:xfrm>
            <a:off x="10479881" y="6407589"/>
            <a:ext cx="815194"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chemeClr val="dk1"/>
                </a:solidFill>
                <a:latin typeface="Rubik"/>
                <a:ea typeface="Rubik"/>
                <a:cs typeface="Rubik"/>
                <a:sym typeface="Rubik"/>
              </a:rPr>
              <a:t>Confidential</a:t>
            </a:r>
            <a:endParaRPr/>
          </a:p>
        </p:txBody>
      </p:sp>
      <p:sp>
        <p:nvSpPr>
          <p:cNvPr id="184" name="Google Shape;184;p40"/>
          <p:cNvSpPr txBox="1"/>
          <p:nvPr/>
        </p:nvSpPr>
        <p:spPr>
          <a:xfrm>
            <a:off x="11590349" y="6407589"/>
            <a:ext cx="292089"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fld id="{00000000-1234-1234-1234-123412341234}" type="slidenum">
              <a:rPr lang="en-US" sz="1000">
                <a:solidFill>
                  <a:schemeClr val="dk1"/>
                </a:solidFill>
                <a:latin typeface="Rubik Light"/>
                <a:ea typeface="Rubik Light"/>
                <a:cs typeface="Rubik Light"/>
                <a:sym typeface="Rubik Light"/>
              </a:rPr>
              <a:t>‹#›</a:t>
            </a:fld>
            <a:endParaRPr sz="1200">
              <a:solidFill>
                <a:schemeClr val="dk1"/>
              </a:solidFill>
              <a:latin typeface="Rubik"/>
              <a:ea typeface="Rubik"/>
              <a:cs typeface="Rubik"/>
              <a:sym typeface="Rubik"/>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5" name="Shape 185"/>
        <p:cNvGrpSpPr/>
        <p:nvPr/>
      </p:nvGrpSpPr>
      <p:grpSpPr>
        <a:xfrm>
          <a:off x="0" y="0"/>
          <a:ext cx="0" cy="0"/>
          <a:chOff x="0" y="0"/>
          <a:chExt cx="0" cy="0"/>
        </a:xfrm>
      </p:grpSpPr>
      <p:pic>
        <p:nvPicPr>
          <p:cNvPr id="186" name="Google Shape;186;p41"/>
          <p:cNvPicPr preferRelativeResize="0"/>
          <p:nvPr/>
        </p:nvPicPr>
        <p:blipFill rotWithShape="1">
          <a:blip r:embed="rId2">
            <a:alphaModFix/>
          </a:blip>
          <a:srcRect b="0" l="0" r="0" t="0"/>
          <a:stretch/>
        </p:blipFill>
        <p:spPr>
          <a:xfrm>
            <a:off x="325120" y="6356090"/>
            <a:ext cx="1559560" cy="360042"/>
          </a:xfrm>
          <a:prstGeom prst="rect">
            <a:avLst/>
          </a:prstGeom>
          <a:noFill/>
          <a:ln>
            <a:noFill/>
          </a:ln>
        </p:spPr>
      </p:pic>
      <p:sp>
        <p:nvSpPr>
          <p:cNvPr id="187" name="Google Shape;187;p41"/>
          <p:cNvSpPr txBox="1"/>
          <p:nvPr>
            <p:ph type="title"/>
          </p:nvPr>
        </p:nvSpPr>
        <p:spPr>
          <a:xfrm>
            <a:off x="325120" y="399907"/>
            <a:ext cx="11541760" cy="44319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7941D"/>
              </a:buClr>
              <a:buSzPts val="3600"/>
              <a:buFont typeface="Montserrat ExtraBold"/>
              <a:buNone/>
              <a:defRPr b="1" sz="3600">
                <a:latin typeface="Montserrat ExtraBold"/>
                <a:ea typeface="Montserrat ExtraBold"/>
                <a:cs typeface="Montserrat ExtraBold"/>
                <a:sym typeface="Montserrat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41"/>
          <p:cNvSpPr txBox="1"/>
          <p:nvPr/>
        </p:nvSpPr>
        <p:spPr>
          <a:xfrm>
            <a:off x="11535410" y="6466862"/>
            <a:ext cx="304800" cy="138499"/>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Rubik Light"/>
              <a:buNone/>
            </a:pPr>
            <a:fld id="{00000000-1234-1234-1234-123412341234}" type="slidenum">
              <a:rPr lang="en-US" sz="900">
                <a:solidFill>
                  <a:srgbClr val="000000"/>
                </a:solidFill>
                <a:latin typeface="Rubik Light"/>
                <a:ea typeface="Rubik Light"/>
                <a:cs typeface="Rubik Light"/>
                <a:sym typeface="Rubik Light"/>
              </a:rPr>
              <a:t>‹#›</a:t>
            </a:fld>
            <a:endParaRPr sz="900">
              <a:solidFill>
                <a:srgbClr val="000000"/>
              </a:solidFill>
              <a:latin typeface="Rubik Light"/>
              <a:ea typeface="Rubik Light"/>
              <a:cs typeface="Rubik Light"/>
              <a:sym typeface="Rubik Light"/>
            </a:endParaRPr>
          </a:p>
        </p:txBody>
      </p:sp>
      <p:cxnSp>
        <p:nvCxnSpPr>
          <p:cNvPr id="189" name="Google Shape;189;p41"/>
          <p:cNvCxnSpPr/>
          <p:nvPr/>
        </p:nvCxnSpPr>
        <p:spPr>
          <a:xfrm>
            <a:off x="2032635" y="6536111"/>
            <a:ext cx="9397365"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0" name="Shape 190"/>
        <p:cNvGrpSpPr/>
        <p:nvPr/>
      </p:nvGrpSpPr>
      <p:grpSpPr>
        <a:xfrm>
          <a:off x="0" y="0"/>
          <a:ext cx="0" cy="0"/>
          <a:chOff x="0" y="0"/>
          <a:chExt cx="0" cy="0"/>
        </a:xfrm>
      </p:grpSpPr>
      <p:sp>
        <p:nvSpPr>
          <p:cNvPr id="191" name="Google Shape;191;p42"/>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algn="l">
              <a:lnSpc>
                <a:spcPct val="100000"/>
              </a:lnSpc>
              <a:spcBef>
                <a:spcPts val="0"/>
              </a:spcBef>
              <a:spcAft>
                <a:spcPts val="0"/>
              </a:spcAft>
              <a:buClr>
                <a:srgbClr val="F7941D"/>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42"/>
          <p:cNvSpPr/>
          <p:nvPr/>
        </p:nvSpPr>
        <p:spPr>
          <a:xfrm>
            <a:off x="11415184" y="6443663"/>
            <a:ext cx="745067"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lang="en-US" sz="1050">
                <a:solidFill>
                  <a:srgbClr val="FFFFFF"/>
                </a:solidFill>
                <a:latin typeface="Arial"/>
                <a:ea typeface="Arial"/>
                <a:cs typeface="Arial"/>
                <a:sym typeface="Arial"/>
              </a:rPr>
              <a:t>‹#›</a:t>
            </a:fld>
            <a:endParaRPr sz="1050">
              <a:solidFill>
                <a:srgbClr val="FFFFFF"/>
              </a:solidFill>
              <a:latin typeface="Arial"/>
              <a:ea typeface="Arial"/>
              <a:cs typeface="Arial"/>
              <a:sym typeface="Arial"/>
            </a:endParaRPr>
          </a:p>
        </p:txBody>
      </p:sp>
      <p:cxnSp>
        <p:nvCxnSpPr>
          <p:cNvPr id="193" name="Google Shape;193;p42"/>
          <p:cNvCxnSpPr/>
          <p:nvPr/>
        </p:nvCxnSpPr>
        <p:spPr>
          <a:xfrm>
            <a:off x="11355917" y="6369050"/>
            <a:ext cx="0" cy="484632"/>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194" name="Shape 194"/>
        <p:cNvGrpSpPr/>
        <p:nvPr/>
      </p:nvGrpSpPr>
      <p:grpSpPr>
        <a:xfrm>
          <a:off x="0" y="0"/>
          <a:ext cx="0" cy="0"/>
          <a:chOff x="0" y="0"/>
          <a:chExt cx="0" cy="0"/>
        </a:xfrm>
      </p:grpSpPr>
      <p:sp>
        <p:nvSpPr>
          <p:cNvPr id="195" name="Google Shape;195;p43"/>
          <p:cNvSpPr txBox="1"/>
          <p:nvPr>
            <p:ph idx="1" type="body"/>
          </p:nvPr>
        </p:nvSpPr>
        <p:spPr>
          <a:xfrm>
            <a:off x="469900" y="736688"/>
            <a:ext cx="11252200" cy="7572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SzPts val="2000"/>
              <a:buNone/>
              <a:defRPr b="0" sz="2000">
                <a:solidFill>
                  <a:srgbClr val="575757"/>
                </a:solidFill>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96" name="Google Shape;196;p43"/>
          <p:cNvSpPr txBox="1"/>
          <p:nvPr>
            <p:ph type="title"/>
          </p:nvPr>
        </p:nvSpPr>
        <p:spPr>
          <a:xfrm>
            <a:off x="469900" y="402587"/>
            <a:ext cx="11252200" cy="33410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7941D"/>
              </a:buClr>
              <a:buSzPts val="2000"/>
              <a:buFont typeface="Rubik Light"/>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mp; 1 column text">
  <p:cSld name="Title, subtitle &amp; 1 column text">
    <p:spTree>
      <p:nvGrpSpPr>
        <p:cNvPr id="197" name="Shape 197"/>
        <p:cNvGrpSpPr/>
        <p:nvPr/>
      </p:nvGrpSpPr>
      <p:grpSpPr>
        <a:xfrm>
          <a:off x="0" y="0"/>
          <a:ext cx="0" cy="0"/>
          <a:chOff x="0" y="0"/>
          <a:chExt cx="0" cy="0"/>
        </a:xfrm>
      </p:grpSpPr>
      <p:sp>
        <p:nvSpPr>
          <p:cNvPr id="198" name="Google Shape;198;p44"/>
          <p:cNvSpPr txBox="1"/>
          <p:nvPr>
            <p:ph idx="1" type="body"/>
          </p:nvPr>
        </p:nvSpPr>
        <p:spPr>
          <a:xfrm>
            <a:off x="469900" y="736688"/>
            <a:ext cx="11252200" cy="7572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SzPts val="2000"/>
              <a:buNone/>
              <a:defRPr b="0" sz="2000">
                <a:solidFill>
                  <a:srgbClr val="575757"/>
                </a:solidFill>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199" name="Google Shape;199;p44"/>
          <p:cNvSpPr txBox="1"/>
          <p:nvPr>
            <p:ph type="title"/>
          </p:nvPr>
        </p:nvSpPr>
        <p:spPr>
          <a:xfrm>
            <a:off x="469900" y="402587"/>
            <a:ext cx="11252200" cy="33410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7941D"/>
              </a:buClr>
              <a:buSzPts val="2000"/>
              <a:buFont typeface="Rubik Light"/>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44"/>
          <p:cNvSpPr txBox="1"/>
          <p:nvPr>
            <p:ph idx="2" type="body"/>
          </p:nvPr>
        </p:nvSpPr>
        <p:spPr>
          <a:xfrm>
            <a:off x="469900" y="1665818"/>
            <a:ext cx="11252200" cy="463338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SzPts val="2400"/>
              <a:buFont typeface="Rubik"/>
              <a:buNone/>
              <a:defRPr/>
            </a:lvl1pPr>
            <a:lvl2pPr indent="-355600" lvl="1" marL="914400" algn="l">
              <a:lnSpc>
                <a:spcPct val="100000"/>
              </a:lnSpc>
              <a:spcBef>
                <a:spcPts val="600"/>
              </a:spcBef>
              <a:spcAft>
                <a:spcPts val="0"/>
              </a:spcAft>
              <a:buClr>
                <a:schemeClr val="lt1"/>
              </a:buClr>
              <a:buSzPts val="2000"/>
              <a:buFont typeface="Arial"/>
              <a:buChar char="•"/>
              <a:defRPr/>
            </a:lvl2pPr>
            <a:lvl3pPr indent="-355600" lvl="2" marL="1371600" algn="l">
              <a:lnSpc>
                <a:spcPct val="100000"/>
              </a:lnSpc>
              <a:spcBef>
                <a:spcPts val="600"/>
              </a:spcBef>
              <a:spcAft>
                <a:spcPts val="0"/>
              </a:spcAft>
              <a:buClr>
                <a:schemeClr val="lt1"/>
              </a:buClr>
              <a:buSzPts val="2000"/>
              <a:buFont typeface="Arial"/>
              <a:buChar char="−"/>
              <a:defRPr/>
            </a:lvl3pPr>
            <a:lvl4pPr indent="-355600" lvl="3" marL="1828800" algn="l">
              <a:lnSpc>
                <a:spcPct val="100000"/>
              </a:lnSpc>
              <a:spcBef>
                <a:spcPts val="600"/>
              </a:spcBef>
              <a:spcAft>
                <a:spcPts val="0"/>
              </a:spcAft>
              <a:buClr>
                <a:schemeClr val="lt1"/>
              </a:buClr>
              <a:buSzPts val="2000"/>
              <a:buFont typeface="Arial"/>
              <a:buChar char="◦"/>
              <a:defRPr/>
            </a:lvl4pPr>
            <a:lvl5pPr indent="-355600" lvl="4" marL="2286000" algn="l">
              <a:lnSpc>
                <a:spcPct val="100000"/>
              </a:lnSpc>
              <a:spcBef>
                <a:spcPts val="600"/>
              </a:spcBef>
              <a:spcAft>
                <a:spcPts val="0"/>
              </a:spcAft>
              <a:buClr>
                <a:schemeClr val="lt1"/>
              </a:buClr>
              <a:buSzPts val="2000"/>
              <a:buFont typeface="Arial"/>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with quote ">
  <p:cSld name="2 content with quote ">
    <p:spTree>
      <p:nvGrpSpPr>
        <p:cNvPr id="201" name="Shape 201"/>
        <p:cNvGrpSpPr/>
        <p:nvPr/>
      </p:nvGrpSpPr>
      <p:grpSpPr>
        <a:xfrm>
          <a:off x="0" y="0"/>
          <a:ext cx="0" cy="0"/>
          <a:chOff x="0" y="0"/>
          <a:chExt cx="0" cy="0"/>
        </a:xfrm>
      </p:grpSpPr>
      <p:sp>
        <p:nvSpPr>
          <p:cNvPr id="202" name="Google Shape;202;p45"/>
          <p:cNvSpPr txBox="1"/>
          <p:nvPr>
            <p:ph idx="1" type="body"/>
          </p:nvPr>
        </p:nvSpPr>
        <p:spPr>
          <a:xfrm>
            <a:off x="7455116" y="1626099"/>
            <a:ext cx="4266983" cy="4673101"/>
          </a:xfrm>
          <a:prstGeom prst="rect">
            <a:avLst/>
          </a:prstGeom>
          <a:noFill/>
          <a:ln>
            <a:noFill/>
          </a:ln>
        </p:spPr>
        <p:txBody>
          <a:bodyPr anchorCtr="0" anchor="t" bIns="45700" lIns="457200" spcFirstLastPara="1" rIns="91425" wrap="square" tIns="45700">
            <a:noAutofit/>
          </a:bodyPr>
          <a:lstStyle>
            <a:lvl1pPr indent="-381000" lvl="0" marL="457200" algn="l">
              <a:lnSpc>
                <a:spcPct val="100000"/>
              </a:lnSpc>
              <a:spcBef>
                <a:spcPts val="900"/>
              </a:spcBef>
              <a:spcAft>
                <a:spcPts val="0"/>
              </a:spcAft>
              <a:buSzPts val="2400"/>
              <a:buChar char="◦"/>
              <a:defRPr sz="2400">
                <a:solidFill>
                  <a:schemeClr val="accent3"/>
                </a:solidFill>
              </a:defRPr>
            </a:lvl1pPr>
            <a:lvl2pPr indent="-355600" lvl="1" marL="914400" algn="l">
              <a:lnSpc>
                <a:spcPct val="100000"/>
              </a:lnSpc>
              <a:spcBef>
                <a:spcPts val="600"/>
              </a:spcBef>
              <a:spcAft>
                <a:spcPts val="0"/>
              </a:spcAft>
              <a:buSzPts val="2000"/>
              <a:buChar char="◦"/>
              <a:defRPr/>
            </a:lvl2pPr>
            <a:lvl3pPr indent="-355600" lvl="2" marL="1371600" algn="l">
              <a:lnSpc>
                <a:spcPct val="100000"/>
              </a:lnSpc>
              <a:spcBef>
                <a:spcPts val="600"/>
              </a:spcBef>
              <a:spcAft>
                <a:spcPts val="0"/>
              </a:spcAft>
              <a:buSzPts val="2000"/>
              <a:buChar char="◦"/>
              <a:defRPr/>
            </a:lvl3pPr>
            <a:lvl4pPr indent="-355600" lvl="3" marL="1828800" algn="l">
              <a:lnSpc>
                <a:spcPct val="100000"/>
              </a:lnSpc>
              <a:spcBef>
                <a:spcPts val="600"/>
              </a:spcBef>
              <a:spcAft>
                <a:spcPts val="0"/>
              </a:spcAft>
              <a:buSzPts val="2000"/>
              <a:buChar char="◦"/>
              <a:defRPr/>
            </a:lvl4pPr>
            <a:lvl5pPr indent="-355600" lvl="4" marL="2286000" algn="l">
              <a:lnSpc>
                <a:spcPct val="100000"/>
              </a:lnSpc>
              <a:spcBef>
                <a:spcPts val="600"/>
              </a:spcBef>
              <a:spcAft>
                <a:spcPts val="0"/>
              </a:spcAft>
              <a:buSzPts val="20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203" name="Google Shape;203;p45"/>
          <p:cNvSpPr txBox="1"/>
          <p:nvPr>
            <p:ph idx="2" type="body"/>
          </p:nvPr>
        </p:nvSpPr>
        <p:spPr>
          <a:xfrm>
            <a:off x="469900" y="1665288"/>
            <a:ext cx="6660866" cy="4633913"/>
          </a:xfrm>
          <a:prstGeom prst="rect">
            <a:avLst/>
          </a:prstGeom>
          <a:noFill/>
          <a:ln>
            <a:noFill/>
          </a:ln>
        </p:spPr>
        <p:txBody>
          <a:bodyPr anchorCtr="0" anchor="t" bIns="45700" lIns="457200" spcFirstLastPara="1" rIns="91425" wrap="square" tIns="45700">
            <a:noAutofit/>
          </a:bodyPr>
          <a:lstStyle>
            <a:lvl1pPr indent="-381000" lvl="0" marL="457200" algn="l">
              <a:lnSpc>
                <a:spcPct val="100000"/>
              </a:lnSpc>
              <a:spcBef>
                <a:spcPts val="900"/>
              </a:spcBef>
              <a:spcAft>
                <a:spcPts val="0"/>
              </a:spcAft>
              <a:buSzPts val="2400"/>
              <a:buChar char="◦"/>
              <a:defRPr/>
            </a:lvl1pPr>
            <a:lvl2pPr indent="-355600" lvl="1" marL="914400" algn="l">
              <a:lnSpc>
                <a:spcPct val="100000"/>
              </a:lnSpc>
              <a:spcBef>
                <a:spcPts val="600"/>
              </a:spcBef>
              <a:spcAft>
                <a:spcPts val="0"/>
              </a:spcAft>
              <a:buSzPts val="2000"/>
              <a:buChar char="◦"/>
              <a:defRPr/>
            </a:lvl2pPr>
            <a:lvl3pPr indent="-355600" lvl="2" marL="1371600" algn="l">
              <a:lnSpc>
                <a:spcPct val="100000"/>
              </a:lnSpc>
              <a:spcBef>
                <a:spcPts val="600"/>
              </a:spcBef>
              <a:spcAft>
                <a:spcPts val="0"/>
              </a:spcAft>
              <a:buSzPts val="2000"/>
              <a:buChar char="◦"/>
              <a:defRPr/>
            </a:lvl3pPr>
            <a:lvl4pPr indent="-355600" lvl="3" marL="1828800" algn="l">
              <a:lnSpc>
                <a:spcPct val="100000"/>
              </a:lnSpc>
              <a:spcBef>
                <a:spcPts val="600"/>
              </a:spcBef>
              <a:spcAft>
                <a:spcPts val="0"/>
              </a:spcAft>
              <a:buSzPts val="2000"/>
              <a:buChar char="◦"/>
              <a:defRPr/>
            </a:lvl4pPr>
            <a:lvl5pPr indent="-355600" lvl="4" marL="2286000" algn="l">
              <a:lnSpc>
                <a:spcPct val="100000"/>
              </a:lnSpc>
              <a:spcBef>
                <a:spcPts val="600"/>
              </a:spcBef>
              <a:spcAft>
                <a:spcPts val="0"/>
              </a:spcAft>
              <a:buSzPts val="20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204" name="Google Shape;204;p45"/>
          <p:cNvSpPr txBox="1"/>
          <p:nvPr>
            <p:ph idx="3" type="body"/>
          </p:nvPr>
        </p:nvSpPr>
        <p:spPr>
          <a:xfrm>
            <a:off x="469900" y="736688"/>
            <a:ext cx="11252200" cy="75725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SzPts val="2000"/>
              <a:buNone/>
              <a:defRPr b="0" sz="2000">
                <a:solidFill>
                  <a:srgbClr val="575757"/>
                </a:solidFill>
              </a:defRPr>
            </a:lvl1pPr>
            <a:lvl2pPr indent="-342900" lvl="1" marL="914400" algn="l">
              <a:lnSpc>
                <a:spcPct val="100000"/>
              </a:lnSpc>
              <a:spcBef>
                <a:spcPts val="600"/>
              </a:spcBef>
              <a:spcAft>
                <a:spcPts val="0"/>
              </a:spcAft>
              <a:buSzPts val="180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205" name="Google Shape;205;p45"/>
          <p:cNvSpPr txBox="1"/>
          <p:nvPr>
            <p:ph type="title"/>
          </p:nvPr>
        </p:nvSpPr>
        <p:spPr>
          <a:xfrm>
            <a:off x="469900" y="402587"/>
            <a:ext cx="11252200" cy="334102"/>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F7941D"/>
              </a:buClr>
              <a:buSzPts val="2000"/>
              <a:buFont typeface="Rubik Light"/>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3.xml"/><Relationship Id="rId1" Type="http://schemas.openxmlformats.org/officeDocument/2006/relationships/image" Target="../media/image9.pn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385F"/>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marR="0" rtl="0" algn="l">
              <a:lnSpc>
                <a:spcPct val="100000"/>
              </a:lnSpc>
              <a:spcBef>
                <a:spcPts val="0"/>
              </a:spcBef>
              <a:spcAft>
                <a:spcPts val="0"/>
              </a:spcAft>
              <a:buClr>
                <a:srgbClr val="F7941D"/>
              </a:buClr>
              <a:buSzPts val="4000"/>
              <a:buFont typeface="Rubik Light"/>
              <a:buNone/>
              <a:defRPr b="0" i="0" sz="4000" u="none" cap="none" strike="noStrike">
                <a:solidFill>
                  <a:srgbClr val="F7941D"/>
                </a:solidFill>
                <a:latin typeface="Rubik Light"/>
                <a:ea typeface="Rubik Light"/>
                <a:cs typeface="Rubik Light"/>
                <a:sym typeface="Rubik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81000" lvl="0" marL="457200" marR="0" rtl="0" algn="l">
              <a:lnSpc>
                <a:spcPct val="100000"/>
              </a:lnSpc>
              <a:spcBef>
                <a:spcPts val="900"/>
              </a:spcBef>
              <a:spcAft>
                <a:spcPts val="0"/>
              </a:spcAft>
              <a:buClr>
                <a:schemeClr val="lt1"/>
              </a:buClr>
              <a:buSzPts val="2400"/>
              <a:buFont typeface="Garamond"/>
              <a:buChar char="◦"/>
              <a:defRPr b="0" i="0" sz="2400" u="none" cap="none" strike="noStrike">
                <a:solidFill>
                  <a:schemeClr val="lt1"/>
                </a:solidFill>
                <a:latin typeface="Rubik"/>
                <a:ea typeface="Rubik"/>
                <a:cs typeface="Rubik"/>
                <a:sym typeface="Rubik"/>
              </a:defRPr>
            </a:lvl1pPr>
            <a:lvl2pPr indent="-355600" lvl="1" marL="9144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2pPr>
            <a:lvl3pPr indent="-355600" lvl="2" marL="13716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3pPr>
            <a:lvl4pPr indent="-355600" lvl="3" marL="18288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4pPr>
            <a:lvl5pPr indent="-355600" lvl="4" marL="22860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5pPr>
            <a:lvl6pPr indent="-317500" lvl="5" marL="2743200" marR="0" rtl="0" algn="l">
              <a:lnSpc>
                <a:spcPct val="100000"/>
              </a:lnSpc>
              <a:spcBef>
                <a:spcPts val="6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venir"/>
                <a:ea typeface="Avenir"/>
                <a:cs typeface="Avenir"/>
                <a:sym typeface="Avenir"/>
              </a:defRPr>
            </a:lvl9pPr>
          </a:lstStyle>
          <a:p/>
        </p:txBody>
      </p:sp>
      <p:sp>
        <p:nvSpPr>
          <p:cNvPr id="12" name="Google Shape;12;p14"/>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marR="0" rtl="0" algn="l">
              <a:spcBef>
                <a:spcPts val="0"/>
              </a:spcBef>
              <a:buNone/>
              <a:defRPr b="0" i="0" sz="1200" u="none" cap="none" strike="noStrike">
                <a:solidFill>
                  <a:schemeClr val="lt1"/>
                </a:solidFill>
                <a:latin typeface="Rubik"/>
                <a:ea typeface="Rubik"/>
                <a:cs typeface="Rubik"/>
                <a:sym typeface="Rubik"/>
              </a:defRPr>
            </a:lvl1pPr>
            <a:lvl2pPr indent="0" lvl="1" marL="0" marR="0" rtl="0" algn="l">
              <a:spcBef>
                <a:spcPts val="0"/>
              </a:spcBef>
              <a:buNone/>
              <a:defRPr b="0" i="0" sz="1200" u="none" cap="none" strike="noStrike">
                <a:solidFill>
                  <a:schemeClr val="lt1"/>
                </a:solidFill>
                <a:latin typeface="Rubik"/>
                <a:ea typeface="Rubik"/>
                <a:cs typeface="Rubik"/>
                <a:sym typeface="Rubik"/>
              </a:defRPr>
            </a:lvl2pPr>
            <a:lvl3pPr indent="0" lvl="2" marL="0" marR="0" rtl="0" algn="l">
              <a:spcBef>
                <a:spcPts val="0"/>
              </a:spcBef>
              <a:buNone/>
              <a:defRPr b="0" i="0" sz="1200" u="none" cap="none" strike="noStrike">
                <a:solidFill>
                  <a:schemeClr val="lt1"/>
                </a:solidFill>
                <a:latin typeface="Rubik"/>
                <a:ea typeface="Rubik"/>
                <a:cs typeface="Rubik"/>
                <a:sym typeface="Rubik"/>
              </a:defRPr>
            </a:lvl3pPr>
            <a:lvl4pPr indent="0" lvl="3" marL="0" marR="0" rtl="0" algn="l">
              <a:spcBef>
                <a:spcPts val="0"/>
              </a:spcBef>
              <a:buNone/>
              <a:defRPr b="0" i="0" sz="1200" u="none" cap="none" strike="noStrike">
                <a:solidFill>
                  <a:schemeClr val="lt1"/>
                </a:solidFill>
                <a:latin typeface="Rubik"/>
                <a:ea typeface="Rubik"/>
                <a:cs typeface="Rubik"/>
                <a:sym typeface="Rubik"/>
              </a:defRPr>
            </a:lvl4pPr>
            <a:lvl5pPr indent="0" lvl="4" marL="0" marR="0" rtl="0" algn="l">
              <a:spcBef>
                <a:spcPts val="0"/>
              </a:spcBef>
              <a:buNone/>
              <a:defRPr b="0" i="0" sz="1200" u="none" cap="none" strike="noStrike">
                <a:solidFill>
                  <a:schemeClr val="lt1"/>
                </a:solidFill>
                <a:latin typeface="Rubik"/>
                <a:ea typeface="Rubik"/>
                <a:cs typeface="Rubik"/>
                <a:sym typeface="Rubik"/>
              </a:defRPr>
            </a:lvl5pPr>
            <a:lvl6pPr indent="0" lvl="5" marL="0" marR="0" rtl="0" algn="l">
              <a:spcBef>
                <a:spcPts val="0"/>
              </a:spcBef>
              <a:buNone/>
              <a:defRPr b="0" i="0" sz="1200" u="none" cap="none" strike="noStrike">
                <a:solidFill>
                  <a:schemeClr val="lt1"/>
                </a:solidFill>
                <a:latin typeface="Rubik"/>
                <a:ea typeface="Rubik"/>
                <a:cs typeface="Rubik"/>
                <a:sym typeface="Rubik"/>
              </a:defRPr>
            </a:lvl6pPr>
            <a:lvl7pPr indent="0" lvl="6" marL="0" marR="0" rtl="0" algn="l">
              <a:spcBef>
                <a:spcPts val="0"/>
              </a:spcBef>
              <a:buNone/>
              <a:defRPr b="0" i="0" sz="1200" u="none" cap="none" strike="noStrike">
                <a:solidFill>
                  <a:schemeClr val="lt1"/>
                </a:solidFill>
                <a:latin typeface="Rubik"/>
                <a:ea typeface="Rubik"/>
                <a:cs typeface="Rubik"/>
                <a:sym typeface="Rubik"/>
              </a:defRPr>
            </a:lvl7pPr>
            <a:lvl8pPr indent="0" lvl="7" marL="0" marR="0" rtl="0" algn="l">
              <a:spcBef>
                <a:spcPts val="0"/>
              </a:spcBef>
              <a:buNone/>
              <a:defRPr b="0" i="0" sz="1200" u="none" cap="none" strike="noStrike">
                <a:solidFill>
                  <a:schemeClr val="lt1"/>
                </a:solidFill>
                <a:latin typeface="Rubik"/>
                <a:ea typeface="Rubik"/>
                <a:cs typeface="Rubik"/>
                <a:sym typeface="Rubik"/>
              </a:defRPr>
            </a:lvl8pPr>
            <a:lvl9pPr indent="0" lvl="8" marL="0" marR="0" rtl="0" algn="l">
              <a:spcBef>
                <a:spcPts val="0"/>
              </a:spcBef>
              <a:buNone/>
              <a:defRPr b="0" i="0" sz="1200" u="none" cap="none" strike="noStrike">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3" name="Google Shape;13;p14"/>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marR="0" rtl="0" algn="r">
              <a:spcBef>
                <a:spcPts val="0"/>
              </a:spcBef>
              <a:spcAft>
                <a:spcPts val="0"/>
              </a:spcAft>
              <a:buSzPts val="1400"/>
              <a:buNone/>
              <a:defRPr b="0" i="0" sz="1200" u="none" cap="none" strike="noStrike">
                <a:solidFill>
                  <a:schemeClr val="lt1"/>
                </a:solidFill>
                <a:latin typeface="Rubik"/>
                <a:ea typeface="Rubik"/>
                <a:cs typeface="Rubik"/>
                <a:sym typeface="Rubik"/>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pic>
        <p:nvPicPr>
          <p:cNvPr descr="A picture containing object, clock&#10;&#10;Description automatically generated" id="14" name="Google Shape;14;p14"/>
          <p:cNvPicPr preferRelativeResize="0"/>
          <p:nvPr/>
        </p:nvPicPr>
        <p:blipFill rotWithShape="1">
          <a:blip r:embed="rId1">
            <a:alphaModFix/>
          </a:blip>
          <a:srcRect b="0" l="0" r="0" t="0"/>
          <a:stretch/>
        </p:blipFill>
        <p:spPr>
          <a:xfrm>
            <a:off x="228600" y="6262333"/>
            <a:ext cx="1600484" cy="4444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385F"/>
        </a:solidFill>
      </p:bgPr>
    </p:bg>
    <p:spTree>
      <p:nvGrpSpPr>
        <p:cNvPr id="166" name="Shape 166"/>
        <p:cNvGrpSpPr/>
        <p:nvPr/>
      </p:nvGrpSpPr>
      <p:grpSpPr>
        <a:xfrm>
          <a:off x="0" y="0"/>
          <a:ext cx="0" cy="0"/>
          <a:chOff x="0" y="0"/>
          <a:chExt cx="0" cy="0"/>
        </a:xfrm>
      </p:grpSpPr>
      <p:sp>
        <p:nvSpPr>
          <p:cNvPr id="167" name="Google Shape;167;p18"/>
          <p:cNvSpPr txBox="1"/>
          <p:nvPr>
            <p:ph type="title"/>
          </p:nvPr>
        </p:nvSpPr>
        <p:spPr>
          <a:xfrm>
            <a:off x="0" y="0"/>
            <a:ext cx="12192000" cy="1348576"/>
          </a:xfrm>
          <a:prstGeom prst="rect">
            <a:avLst/>
          </a:prstGeom>
          <a:noFill/>
          <a:ln>
            <a:noFill/>
          </a:ln>
        </p:spPr>
        <p:txBody>
          <a:bodyPr anchorCtr="0" anchor="b" bIns="45700" lIns="457200" spcFirstLastPara="1" rIns="91425" wrap="square" tIns="45700">
            <a:normAutofit/>
          </a:bodyPr>
          <a:lstStyle>
            <a:lvl1pPr lvl="0" marR="0" rtl="0" algn="l">
              <a:lnSpc>
                <a:spcPct val="100000"/>
              </a:lnSpc>
              <a:spcBef>
                <a:spcPts val="0"/>
              </a:spcBef>
              <a:spcAft>
                <a:spcPts val="0"/>
              </a:spcAft>
              <a:buClr>
                <a:srgbClr val="F7941D"/>
              </a:buClr>
              <a:buSzPts val="4000"/>
              <a:buFont typeface="Rubik Light"/>
              <a:buNone/>
              <a:defRPr b="0" i="0" sz="4000" u="none" cap="none" strike="noStrike">
                <a:solidFill>
                  <a:srgbClr val="F7941D"/>
                </a:solidFill>
                <a:latin typeface="Rubik Light"/>
                <a:ea typeface="Rubik Light"/>
                <a:cs typeface="Rubik Light"/>
                <a:sym typeface="Rubik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8" name="Google Shape;168;p18"/>
          <p:cNvSpPr txBox="1"/>
          <p:nvPr>
            <p:ph idx="1" type="body"/>
          </p:nvPr>
        </p:nvSpPr>
        <p:spPr>
          <a:xfrm>
            <a:off x="0" y="1573078"/>
            <a:ext cx="12192000" cy="4379666"/>
          </a:xfrm>
          <a:prstGeom prst="rect">
            <a:avLst/>
          </a:prstGeom>
          <a:noFill/>
          <a:ln>
            <a:noFill/>
          </a:ln>
        </p:spPr>
        <p:txBody>
          <a:bodyPr anchorCtr="0" anchor="t" bIns="45700" lIns="457200" spcFirstLastPara="1" rIns="91425" wrap="square" tIns="45700">
            <a:normAutofit/>
          </a:bodyPr>
          <a:lstStyle>
            <a:lvl1pPr indent="-381000" lvl="0" marL="457200" marR="0" rtl="0" algn="l">
              <a:lnSpc>
                <a:spcPct val="100000"/>
              </a:lnSpc>
              <a:spcBef>
                <a:spcPts val="900"/>
              </a:spcBef>
              <a:spcAft>
                <a:spcPts val="0"/>
              </a:spcAft>
              <a:buClr>
                <a:schemeClr val="lt1"/>
              </a:buClr>
              <a:buSzPts val="2400"/>
              <a:buFont typeface="Garamond"/>
              <a:buChar char="◦"/>
              <a:defRPr b="0" i="0" sz="2400" u="none" cap="none" strike="noStrike">
                <a:solidFill>
                  <a:schemeClr val="lt1"/>
                </a:solidFill>
                <a:latin typeface="Rubik"/>
                <a:ea typeface="Rubik"/>
                <a:cs typeface="Rubik"/>
                <a:sym typeface="Rubik"/>
              </a:defRPr>
            </a:lvl1pPr>
            <a:lvl2pPr indent="-355600" lvl="1" marL="9144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2pPr>
            <a:lvl3pPr indent="-355600" lvl="2" marL="13716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3pPr>
            <a:lvl4pPr indent="-355600" lvl="3" marL="18288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4pPr>
            <a:lvl5pPr indent="-355600" lvl="4" marL="2286000" marR="0" rtl="0" algn="l">
              <a:lnSpc>
                <a:spcPct val="100000"/>
              </a:lnSpc>
              <a:spcBef>
                <a:spcPts val="600"/>
              </a:spcBef>
              <a:spcAft>
                <a:spcPts val="0"/>
              </a:spcAft>
              <a:buClr>
                <a:schemeClr val="lt1"/>
              </a:buClr>
              <a:buSzPts val="2000"/>
              <a:buFont typeface="Garamond"/>
              <a:buChar char="◦"/>
              <a:defRPr b="0" i="0" sz="2000" u="none" cap="none" strike="noStrike">
                <a:solidFill>
                  <a:schemeClr val="lt1"/>
                </a:solidFill>
                <a:latin typeface="Rubik"/>
                <a:ea typeface="Rubik"/>
                <a:cs typeface="Rubik"/>
                <a:sym typeface="Rubik"/>
              </a:defRPr>
            </a:lvl5pPr>
            <a:lvl6pPr indent="-317500" lvl="5" marL="2743200" marR="0" rtl="0" algn="l">
              <a:lnSpc>
                <a:spcPct val="100000"/>
              </a:lnSpc>
              <a:spcBef>
                <a:spcPts val="600"/>
              </a:spcBef>
              <a:spcAft>
                <a:spcPts val="0"/>
              </a:spcAft>
              <a:buClr>
                <a:srgbClr val="262626"/>
              </a:buClr>
              <a:buSzPts val="1400"/>
              <a:buFont typeface="Garamond"/>
              <a:buChar char="◦"/>
              <a:defRPr b="0" i="0" sz="1400" u="none" cap="none" strike="noStrike">
                <a:solidFill>
                  <a:schemeClr val="dk1"/>
                </a:solidFill>
                <a:latin typeface="Rubik Light"/>
                <a:ea typeface="Rubik Light"/>
                <a:cs typeface="Rubik Light"/>
                <a:sym typeface="Rubik Light"/>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Rubik Light"/>
                <a:ea typeface="Rubik Light"/>
                <a:cs typeface="Rubik Light"/>
                <a:sym typeface="Rubik Light"/>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Rubik Light"/>
                <a:ea typeface="Rubik Light"/>
                <a:cs typeface="Rubik Light"/>
                <a:sym typeface="Rubik Light"/>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Rubik Light"/>
                <a:ea typeface="Rubik Light"/>
                <a:cs typeface="Rubik Light"/>
                <a:sym typeface="Rubik Light"/>
              </a:defRPr>
            </a:lvl9pPr>
          </a:lstStyle>
          <a:p/>
        </p:txBody>
      </p:sp>
      <p:sp>
        <p:nvSpPr>
          <p:cNvPr id="169" name="Google Shape;169;p18"/>
          <p:cNvSpPr txBox="1"/>
          <p:nvPr>
            <p:ph idx="12" type="sldNum"/>
          </p:nvPr>
        </p:nvSpPr>
        <p:spPr>
          <a:xfrm>
            <a:off x="11125200" y="6304610"/>
            <a:ext cx="838200" cy="365760"/>
          </a:xfrm>
          <a:prstGeom prst="rect">
            <a:avLst/>
          </a:prstGeom>
          <a:noFill/>
          <a:ln>
            <a:noFill/>
          </a:ln>
        </p:spPr>
        <p:txBody>
          <a:bodyPr anchorCtr="0" anchor="ctr" bIns="45700" lIns="182875" spcFirstLastPara="1" rIns="91425" wrap="square" tIns="45700">
            <a:noAutofit/>
          </a:bodyPr>
          <a:lstStyle>
            <a:lvl1pPr indent="0" lvl="0" marL="0" marR="0" rtl="0" algn="l">
              <a:spcBef>
                <a:spcPts val="0"/>
              </a:spcBef>
              <a:buNone/>
              <a:defRPr sz="1200">
                <a:solidFill>
                  <a:schemeClr val="lt1"/>
                </a:solidFill>
                <a:latin typeface="Rubik"/>
                <a:ea typeface="Rubik"/>
                <a:cs typeface="Rubik"/>
                <a:sym typeface="Rubik"/>
              </a:defRPr>
            </a:lvl1pPr>
            <a:lvl2pPr indent="0" lvl="1" marL="0" marR="0" rtl="0" algn="l">
              <a:spcBef>
                <a:spcPts val="0"/>
              </a:spcBef>
              <a:buNone/>
              <a:defRPr sz="1200">
                <a:solidFill>
                  <a:schemeClr val="lt1"/>
                </a:solidFill>
                <a:latin typeface="Rubik"/>
                <a:ea typeface="Rubik"/>
                <a:cs typeface="Rubik"/>
                <a:sym typeface="Rubik"/>
              </a:defRPr>
            </a:lvl2pPr>
            <a:lvl3pPr indent="0" lvl="2" marL="0" marR="0" rtl="0" algn="l">
              <a:spcBef>
                <a:spcPts val="0"/>
              </a:spcBef>
              <a:buNone/>
              <a:defRPr sz="1200">
                <a:solidFill>
                  <a:schemeClr val="lt1"/>
                </a:solidFill>
                <a:latin typeface="Rubik"/>
                <a:ea typeface="Rubik"/>
                <a:cs typeface="Rubik"/>
                <a:sym typeface="Rubik"/>
              </a:defRPr>
            </a:lvl3pPr>
            <a:lvl4pPr indent="0" lvl="3" marL="0" marR="0" rtl="0" algn="l">
              <a:spcBef>
                <a:spcPts val="0"/>
              </a:spcBef>
              <a:buNone/>
              <a:defRPr sz="1200">
                <a:solidFill>
                  <a:schemeClr val="lt1"/>
                </a:solidFill>
                <a:latin typeface="Rubik"/>
                <a:ea typeface="Rubik"/>
                <a:cs typeface="Rubik"/>
                <a:sym typeface="Rubik"/>
              </a:defRPr>
            </a:lvl4pPr>
            <a:lvl5pPr indent="0" lvl="4" marL="0" marR="0" rtl="0" algn="l">
              <a:spcBef>
                <a:spcPts val="0"/>
              </a:spcBef>
              <a:buNone/>
              <a:defRPr sz="1200">
                <a:solidFill>
                  <a:schemeClr val="lt1"/>
                </a:solidFill>
                <a:latin typeface="Rubik"/>
                <a:ea typeface="Rubik"/>
                <a:cs typeface="Rubik"/>
                <a:sym typeface="Rubik"/>
              </a:defRPr>
            </a:lvl5pPr>
            <a:lvl6pPr indent="0" lvl="5" marL="0" marR="0" rtl="0" algn="l">
              <a:spcBef>
                <a:spcPts val="0"/>
              </a:spcBef>
              <a:buNone/>
              <a:defRPr sz="1200">
                <a:solidFill>
                  <a:schemeClr val="lt1"/>
                </a:solidFill>
                <a:latin typeface="Rubik"/>
                <a:ea typeface="Rubik"/>
                <a:cs typeface="Rubik"/>
                <a:sym typeface="Rubik"/>
              </a:defRPr>
            </a:lvl6pPr>
            <a:lvl7pPr indent="0" lvl="6" marL="0" marR="0" rtl="0" algn="l">
              <a:spcBef>
                <a:spcPts val="0"/>
              </a:spcBef>
              <a:buNone/>
              <a:defRPr sz="1200">
                <a:solidFill>
                  <a:schemeClr val="lt1"/>
                </a:solidFill>
                <a:latin typeface="Rubik"/>
                <a:ea typeface="Rubik"/>
                <a:cs typeface="Rubik"/>
                <a:sym typeface="Rubik"/>
              </a:defRPr>
            </a:lvl7pPr>
            <a:lvl8pPr indent="0" lvl="7" marL="0" marR="0" rtl="0" algn="l">
              <a:spcBef>
                <a:spcPts val="0"/>
              </a:spcBef>
              <a:buNone/>
              <a:defRPr sz="1200">
                <a:solidFill>
                  <a:schemeClr val="lt1"/>
                </a:solidFill>
                <a:latin typeface="Rubik"/>
                <a:ea typeface="Rubik"/>
                <a:cs typeface="Rubik"/>
                <a:sym typeface="Rubik"/>
              </a:defRPr>
            </a:lvl8pPr>
            <a:lvl9pPr indent="0" lvl="8" marL="0" marR="0" rtl="0" algn="l">
              <a:spcBef>
                <a:spcPts val="0"/>
              </a:spcBef>
              <a:buNone/>
              <a:defRPr sz="1200">
                <a:solidFill>
                  <a:schemeClr val="lt1"/>
                </a:solidFill>
                <a:latin typeface="Rubik"/>
                <a:ea typeface="Rubik"/>
                <a:cs typeface="Rubik"/>
                <a:sym typeface="Rubik"/>
              </a:defRPr>
            </a:lvl9pPr>
          </a:lstStyle>
          <a:p>
            <a:pPr indent="0" lvl="0" marL="0" rtl="0" algn="l">
              <a:spcBef>
                <a:spcPts val="0"/>
              </a:spcBef>
              <a:spcAft>
                <a:spcPts val="0"/>
              </a:spcAft>
              <a:buNone/>
            </a:pPr>
            <a:fld id="{00000000-1234-1234-1234-123412341234}" type="slidenum">
              <a:rPr lang="en-US"/>
              <a:t>‹#›</a:t>
            </a:fld>
            <a:endParaRPr/>
          </a:p>
        </p:txBody>
      </p:sp>
      <p:sp>
        <p:nvSpPr>
          <p:cNvPr id="170" name="Google Shape;170;p18"/>
          <p:cNvSpPr txBox="1"/>
          <p:nvPr>
            <p:ph idx="11" type="ftr"/>
          </p:nvPr>
        </p:nvSpPr>
        <p:spPr>
          <a:xfrm>
            <a:off x="8388349" y="6304928"/>
            <a:ext cx="2733041" cy="365125"/>
          </a:xfrm>
          <a:prstGeom prst="rect">
            <a:avLst/>
          </a:prstGeom>
          <a:noFill/>
          <a:ln>
            <a:noFill/>
          </a:ln>
        </p:spPr>
        <p:txBody>
          <a:bodyPr anchorCtr="0" anchor="ctr" bIns="45700" lIns="182875" spcFirstLastPara="1" rIns="182875" wrap="square" tIns="45700">
            <a:noAutofit/>
          </a:bodyPr>
          <a:lstStyle>
            <a:lvl1pPr lvl="0" marR="0" rtl="0" algn="r">
              <a:spcBef>
                <a:spcPts val="0"/>
              </a:spcBef>
              <a:spcAft>
                <a:spcPts val="0"/>
              </a:spcAft>
              <a:buSzPts val="1400"/>
              <a:buNone/>
              <a:defRPr sz="1200">
                <a:solidFill>
                  <a:schemeClr val="lt1"/>
                </a:solidFill>
                <a:latin typeface="Rubik"/>
                <a:ea typeface="Rubik"/>
                <a:cs typeface="Rubik"/>
                <a:sym typeface="Rubik"/>
              </a:defRPr>
            </a:lvl1pPr>
            <a:lvl2pPr lvl="1"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2pPr>
            <a:lvl3pPr lvl="2"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3pPr>
            <a:lvl4pPr lvl="3"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4pPr>
            <a:lvl5pPr lvl="4"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5pPr>
            <a:lvl6pPr lvl="5"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6pPr>
            <a:lvl7pPr lvl="6"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7pPr>
            <a:lvl8pPr lvl="7"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8pPr>
            <a:lvl9pPr lvl="8" marR="0" rtl="0" algn="l">
              <a:spcBef>
                <a:spcPts val="0"/>
              </a:spcBef>
              <a:spcAft>
                <a:spcPts val="0"/>
              </a:spcAft>
              <a:buSzPts val="1400"/>
              <a:buNone/>
              <a:defRPr b="0" i="0" sz="1800" u="none" cap="none" strike="noStrike">
                <a:solidFill>
                  <a:schemeClr val="dk1"/>
                </a:solidFill>
                <a:latin typeface="Rubik Light"/>
                <a:ea typeface="Rubik Light"/>
                <a:cs typeface="Rubik Light"/>
                <a:sym typeface="Rubik Light"/>
              </a:defRPr>
            </a:lvl9pPr>
          </a:lstStyle>
          <a:p/>
        </p:txBody>
      </p:sp>
      <p:cxnSp>
        <p:nvCxnSpPr>
          <p:cNvPr id="171" name="Google Shape;171;p18"/>
          <p:cNvCxnSpPr/>
          <p:nvPr/>
        </p:nvCxnSpPr>
        <p:spPr>
          <a:xfrm>
            <a:off x="11122660" y="6304610"/>
            <a:ext cx="0" cy="365760"/>
          </a:xfrm>
          <a:prstGeom prst="straightConnector1">
            <a:avLst/>
          </a:prstGeom>
          <a:noFill/>
          <a:ln cap="flat" cmpd="sng" w="12700">
            <a:solidFill>
              <a:schemeClr val="lt1"/>
            </a:solidFill>
            <a:prstDash val="solid"/>
            <a:round/>
            <a:headEnd len="sm" w="sm" type="none"/>
            <a:tailEnd len="sm" w="sm" type="none"/>
          </a:ln>
        </p:spPr>
      </p:cxnSp>
      <p:pic>
        <p:nvPicPr>
          <p:cNvPr descr="A picture containing object, clock&#10;&#10;Description automatically generated" id="172" name="Google Shape;172;p18"/>
          <p:cNvPicPr preferRelativeResize="0"/>
          <p:nvPr/>
        </p:nvPicPr>
        <p:blipFill rotWithShape="1">
          <a:blip r:embed="rId1">
            <a:alphaModFix/>
          </a:blip>
          <a:srcRect b="0" l="0" r="0" t="0"/>
          <a:stretch/>
        </p:blipFill>
        <p:spPr>
          <a:xfrm>
            <a:off x="228600" y="6262333"/>
            <a:ext cx="1600484" cy="4444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hyperlink" Target="https://saviynt.com/exchange/solutions"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
          <p:cNvPicPr preferRelativeResize="0"/>
          <p:nvPr/>
        </p:nvPicPr>
        <p:blipFill rotWithShape="1">
          <a:blip r:embed="rId3">
            <a:alphaModFix/>
          </a:blip>
          <a:srcRect b="0" l="0" r="0" t="0"/>
          <a:stretch/>
        </p:blipFill>
        <p:spPr>
          <a:xfrm>
            <a:off x="999735" y="2370780"/>
            <a:ext cx="3413618" cy="795028"/>
          </a:xfrm>
          <a:prstGeom prst="rect">
            <a:avLst/>
          </a:prstGeom>
          <a:noFill/>
          <a:ln>
            <a:noFill/>
          </a:ln>
        </p:spPr>
      </p:pic>
      <p:cxnSp>
        <p:nvCxnSpPr>
          <p:cNvPr id="212" name="Google Shape;212;p1"/>
          <p:cNvCxnSpPr/>
          <p:nvPr/>
        </p:nvCxnSpPr>
        <p:spPr>
          <a:xfrm>
            <a:off x="4953391" y="1970002"/>
            <a:ext cx="0" cy="1596584"/>
          </a:xfrm>
          <a:prstGeom prst="straightConnector1">
            <a:avLst/>
          </a:prstGeom>
          <a:noFill/>
          <a:ln cap="flat" cmpd="sng" w="9525">
            <a:solidFill>
              <a:schemeClr val="lt1"/>
            </a:solidFill>
            <a:prstDash val="solid"/>
            <a:round/>
            <a:headEnd len="sm" w="sm" type="none"/>
            <a:tailEnd len="sm" w="sm" type="none"/>
          </a:ln>
        </p:spPr>
      </p:cxnSp>
      <p:sp>
        <p:nvSpPr>
          <p:cNvPr id="213" name="Google Shape;213;p1"/>
          <p:cNvSpPr txBox="1"/>
          <p:nvPr/>
        </p:nvSpPr>
        <p:spPr>
          <a:xfrm>
            <a:off x="5493429" y="1384183"/>
            <a:ext cx="6184041" cy="2256639"/>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FFFFFF"/>
              </a:buClr>
              <a:buSzPts val="4400"/>
              <a:buFont typeface="Avenir"/>
              <a:buNone/>
            </a:pPr>
            <a:r>
              <a:rPr b="1" i="0" lang="en-US" sz="4400" u="none" cap="none" strike="noStrike">
                <a:solidFill>
                  <a:srgbClr val="FFFFFF"/>
                </a:solidFill>
                <a:latin typeface="Avenir"/>
                <a:ea typeface="Avenir"/>
                <a:cs typeface="Avenir"/>
                <a:sym typeface="Avenir"/>
              </a:rPr>
              <a:t>CPAM </a:t>
            </a:r>
            <a:endParaRPr/>
          </a:p>
          <a:p>
            <a:pPr indent="0" lvl="0" marL="0" marR="0" rtl="0" algn="l">
              <a:lnSpc>
                <a:spcPct val="90000"/>
              </a:lnSpc>
              <a:spcBef>
                <a:spcPts val="0"/>
              </a:spcBef>
              <a:spcAft>
                <a:spcPts val="0"/>
              </a:spcAft>
              <a:buClr>
                <a:srgbClr val="FFFFFF"/>
              </a:buClr>
              <a:buSzPts val="4400"/>
              <a:buFont typeface="Avenir"/>
              <a:buNone/>
            </a:pPr>
            <a:r>
              <a:rPr b="1" i="0" lang="en-US" sz="4400" u="none" cap="none" strike="noStrike">
                <a:solidFill>
                  <a:srgbClr val="FFFFFF"/>
                </a:solidFill>
                <a:latin typeface="Avenir"/>
                <a:ea typeface="Avenir"/>
                <a:cs typeface="Avenir"/>
                <a:sym typeface="Avenir"/>
              </a:rPr>
              <a:t> </a:t>
            </a:r>
            <a:br>
              <a:rPr b="1" i="0" lang="en-US" sz="4400" u="none" cap="none" strike="noStrike">
                <a:solidFill>
                  <a:srgbClr val="FFFFFF"/>
                </a:solidFill>
                <a:latin typeface="Avenir"/>
                <a:ea typeface="Avenir"/>
                <a:cs typeface="Avenir"/>
                <a:sym typeface="Avenir"/>
              </a:rPr>
            </a:br>
            <a:r>
              <a:rPr b="1" i="0" lang="en-US" sz="4400" u="none" cap="none" strike="noStrike">
                <a:solidFill>
                  <a:srgbClr val="FFFFFF"/>
                </a:solidFill>
                <a:latin typeface="Avenir"/>
                <a:ea typeface="Avenir"/>
                <a:cs typeface="Avenir"/>
                <a:sym typeface="Avenir"/>
              </a:rPr>
              <a:t>Project Kick Off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
          <p:cNvPicPr preferRelativeResize="0"/>
          <p:nvPr/>
        </p:nvPicPr>
        <p:blipFill rotWithShape="1">
          <a:blip r:embed="rId3">
            <a:alphaModFix/>
          </a:blip>
          <a:srcRect b="0" l="4219" r="4219" t="0"/>
          <a:stretch/>
        </p:blipFill>
        <p:spPr>
          <a:xfrm>
            <a:off x="-66675" y="0"/>
            <a:ext cx="5581650" cy="6858000"/>
          </a:xfrm>
          <a:custGeom>
            <a:rect b="b" l="l" r="r" t="t"/>
            <a:pathLst>
              <a:path extrusionOk="0" h="6858000" w="6095996">
                <a:moveTo>
                  <a:pt x="0" y="0"/>
                </a:moveTo>
                <a:lnTo>
                  <a:pt x="6095996" y="0"/>
                </a:lnTo>
                <a:lnTo>
                  <a:pt x="6095996" y="6858000"/>
                </a:lnTo>
                <a:lnTo>
                  <a:pt x="0" y="6858000"/>
                </a:lnTo>
                <a:close/>
              </a:path>
            </a:pathLst>
          </a:custGeom>
          <a:noFill/>
          <a:ln>
            <a:noFill/>
          </a:ln>
        </p:spPr>
      </p:pic>
      <p:sp>
        <p:nvSpPr>
          <p:cNvPr id="220" name="Google Shape;220;p2"/>
          <p:cNvSpPr txBox="1"/>
          <p:nvPr/>
        </p:nvSpPr>
        <p:spPr>
          <a:xfrm>
            <a:off x="-66675" y="5743575"/>
            <a:ext cx="5581650" cy="1114425"/>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4800"/>
              <a:buFont typeface="Avenir"/>
              <a:buNone/>
            </a:pPr>
            <a:r>
              <a:rPr b="0" i="0" lang="en-US" sz="4800" u="none" cap="none" strike="noStrike">
                <a:solidFill>
                  <a:schemeClr val="dk1"/>
                </a:solidFill>
                <a:latin typeface="Avenir"/>
                <a:ea typeface="Avenir"/>
                <a:cs typeface="Avenir"/>
                <a:sym typeface="Avenir"/>
              </a:rPr>
              <a:t>Agenda</a:t>
            </a:r>
            <a:endParaRPr b="0" i="0" sz="4000" u="none" cap="none" strike="noStrike">
              <a:solidFill>
                <a:schemeClr val="dk1"/>
              </a:solidFill>
              <a:latin typeface="Avenir"/>
              <a:ea typeface="Avenir"/>
              <a:cs typeface="Avenir"/>
              <a:sym typeface="Avenir"/>
            </a:endParaRPr>
          </a:p>
        </p:txBody>
      </p:sp>
      <p:sp>
        <p:nvSpPr>
          <p:cNvPr id="221" name="Google Shape;221;p2"/>
          <p:cNvSpPr/>
          <p:nvPr/>
        </p:nvSpPr>
        <p:spPr>
          <a:xfrm>
            <a:off x="6129600" y="3158683"/>
            <a:ext cx="450028" cy="540636"/>
          </a:xfrm>
          <a:custGeom>
            <a:rect b="b" l="l" r="r" t="t"/>
            <a:pathLst>
              <a:path extrusionOk="0" h="361454" w="300876">
                <a:moveTo>
                  <a:pt x="18174" y="0"/>
                </a:moveTo>
                <a:lnTo>
                  <a:pt x="281693" y="0"/>
                </a:lnTo>
                <a:lnTo>
                  <a:pt x="281693" y="73199"/>
                </a:lnTo>
                <a:lnTo>
                  <a:pt x="216065" y="139836"/>
                </a:lnTo>
                <a:cubicBezTo>
                  <a:pt x="243326" y="146567"/>
                  <a:pt x="264276" y="158767"/>
                  <a:pt x="278916" y="176436"/>
                </a:cubicBezTo>
                <a:cubicBezTo>
                  <a:pt x="293556" y="194105"/>
                  <a:pt x="300876" y="215392"/>
                  <a:pt x="300876" y="240296"/>
                </a:cubicBezTo>
                <a:cubicBezTo>
                  <a:pt x="300876" y="261499"/>
                  <a:pt x="295070" y="281271"/>
                  <a:pt x="283460" y="299613"/>
                </a:cubicBezTo>
                <a:cubicBezTo>
                  <a:pt x="271849" y="317955"/>
                  <a:pt x="253927" y="332848"/>
                  <a:pt x="229696" y="344290"/>
                </a:cubicBezTo>
                <a:cubicBezTo>
                  <a:pt x="205464" y="355733"/>
                  <a:pt x="175343" y="361454"/>
                  <a:pt x="139332" y="361454"/>
                </a:cubicBezTo>
                <a:cubicBezTo>
                  <a:pt x="114427" y="361454"/>
                  <a:pt x="89607" y="358762"/>
                  <a:pt x="64870" y="353377"/>
                </a:cubicBezTo>
                <a:cubicBezTo>
                  <a:pt x="40134" y="347992"/>
                  <a:pt x="18511" y="340083"/>
                  <a:pt x="0" y="329650"/>
                </a:cubicBezTo>
                <a:lnTo>
                  <a:pt x="40386" y="241811"/>
                </a:lnTo>
                <a:cubicBezTo>
                  <a:pt x="54858" y="250225"/>
                  <a:pt x="70423" y="256619"/>
                  <a:pt x="87083" y="260994"/>
                </a:cubicBezTo>
                <a:cubicBezTo>
                  <a:pt x="103742" y="265369"/>
                  <a:pt x="119812" y="267557"/>
                  <a:pt x="135293" y="267557"/>
                </a:cubicBezTo>
                <a:cubicBezTo>
                  <a:pt x="149092" y="267557"/>
                  <a:pt x="160198" y="265201"/>
                  <a:pt x="168612" y="260489"/>
                </a:cubicBezTo>
                <a:cubicBezTo>
                  <a:pt x="177026" y="255778"/>
                  <a:pt x="181232" y="249047"/>
                  <a:pt x="181232" y="240296"/>
                </a:cubicBezTo>
                <a:cubicBezTo>
                  <a:pt x="181232" y="224142"/>
                  <a:pt x="167266" y="216065"/>
                  <a:pt x="139332" y="216065"/>
                </a:cubicBezTo>
                <a:lnTo>
                  <a:pt x="92383" y="216065"/>
                </a:lnTo>
                <a:lnTo>
                  <a:pt x="92383" y="142865"/>
                </a:lnTo>
                <a:lnTo>
                  <a:pt x="144380" y="89858"/>
                </a:lnTo>
                <a:lnTo>
                  <a:pt x="18174" y="89858"/>
                </a:lnTo>
                <a:lnTo>
                  <a:pt x="18174" y="0"/>
                </a:ln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Montserrat Light"/>
              <a:ea typeface="Montserrat Light"/>
              <a:cs typeface="Montserrat Light"/>
              <a:sym typeface="Montserrat Light"/>
            </a:endParaRPr>
          </a:p>
        </p:txBody>
      </p:sp>
      <p:sp>
        <p:nvSpPr>
          <p:cNvPr id="222" name="Google Shape;222;p2"/>
          <p:cNvSpPr/>
          <p:nvPr/>
        </p:nvSpPr>
        <p:spPr>
          <a:xfrm>
            <a:off x="6096000" y="4303889"/>
            <a:ext cx="517229" cy="528554"/>
          </a:xfrm>
          <a:custGeom>
            <a:rect b="b" l="l" r="r" t="t"/>
            <a:pathLst>
              <a:path extrusionOk="0" h="353377" w="345805">
                <a:moveTo>
                  <a:pt x="149933" y="0"/>
                </a:moveTo>
                <a:lnTo>
                  <a:pt x="272101" y="0"/>
                </a:lnTo>
                <a:lnTo>
                  <a:pt x="138827" y="200415"/>
                </a:lnTo>
                <a:lnTo>
                  <a:pt x="186785" y="200415"/>
                </a:lnTo>
                <a:lnTo>
                  <a:pt x="186785" y="146399"/>
                </a:lnTo>
                <a:lnTo>
                  <a:pt x="298857" y="146399"/>
                </a:lnTo>
                <a:lnTo>
                  <a:pt x="298857" y="200415"/>
                </a:lnTo>
                <a:lnTo>
                  <a:pt x="345805" y="200415"/>
                </a:lnTo>
                <a:lnTo>
                  <a:pt x="345805" y="292798"/>
                </a:lnTo>
                <a:lnTo>
                  <a:pt x="298857" y="292798"/>
                </a:lnTo>
                <a:lnTo>
                  <a:pt x="298857" y="353377"/>
                </a:lnTo>
                <a:lnTo>
                  <a:pt x="183252" y="353377"/>
                </a:lnTo>
                <a:lnTo>
                  <a:pt x="183252" y="292798"/>
                </a:lnTo>
                <a:lnTo>
                  <a:pt x="0" y="292798"/>
                </a:lnTo>
                <a:lnTo>
                  <a:pt x="0" y="217074"/>
                </a:lnTo>
                <a:lnTo>
                  <a:pt x="149933" y="0"/>
                </a:ln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Montserrat Light"/>
              <a:ea typeface="Montserrat Light"/>
              <a:cs typeface="Montserrat Light"/>
              <a:sym typeface="Montserrat Light"/>
            </a:endParaRPr>
          </a:p>
        </p:txBody>
      </p:sp>
      <p:sp>
        <p:nvSpPr>
          <p:cNvPr id="223" name="Google Shape;223;p2"/>
          <p:cNvSpPr/>
          <p:nvPr/>
        </p:nvSpPr>
        <p:spPr>
          <a:xfrm>
            <a:off x="6129600" y="5437013"/>
            <a:ext cx="450028" cy="540636"/>
          </a:xfrm>
          <a:custGeom>
            <a:rect b="b" l="l" r="r" t="t"/>
            <a:pathLst>
              <a:path extrusionOk="0" h="361454" w="300876">
                <a:moveTo>
                  <a:pt x="42911" y="0"/>
                </a:moveTo>
                <a:lnTo>
                  <a:pt x="277654" y="0"/>
                </a:lnTo>
                <a:lnTo>
                  <a:pt x="277654" y="89859"/>
                </a:lnTo>
                <a:lnTo>
                  <a:pt x="140847" y="89859"/>
                </a:lnTo>
                <a:lnTo>
                  <a:pt x="138322" y="124691"/>
                </a:lnTo>
                <a:lnTo>
                  <a:pt x="156496" y="124691"/>
                </a:lnTo>
                <a:cubicBezTo>
                  <a:pt x="205969" y="124691"/>
                  <a:pt x="242400" y="135040"/>
                  <a:pt x="265791" y="155738"/>
                </a:cubicBezTo>
                <a:cubicBezTo>
                  <a:pt x="289181" y="176436"/>
                  <a:pt x="300876" y="203612"/>
                  <a:pt x="300876" y="237267"/>
                </a:cubicBezTo>
                <a:cubicBezTo>
                  <a:pt x="300876" y="259480"/>
                  <a:pt x="295071" y="279925"/>
                  <a:pt x="283460" y="298604"/>
                </a:cubicBezTo>
                <a:cubicBezTo>
                  <a:pt x="271849" y="317282"/>
                  <a:pt x="253927" y="332427"/>
                  <a:pt x="229696" y="344038"/>
                </a:cubicBezTo>
                <a:cubicBezTo>
                  <a:pt x="205464" y="355649"/>
                  <a:pt x="175343" y="361454"/>
                  <a:pt x="139332" y="361454"/>
                </a:cubicBezTo>
                <a:cubicBezTo>
                  <a:pt x="114427" y="361454"/>
                  <a:pt x="89607" y="358762"/>
                  <a:pt x="64870" y="353377"/>
                </a:cubicBezTo>
                <a:cubicBezTo>
                  <a:pt x="40134" y="347992"/>
                  <a:pt x="18511" y="340084"/>
                  <a:pt x="0" y="329650"/>
                </a:cubicBezTo>
                <a:lnTo>
                  <a:pt x="40386" y="241811"/>
                </a:lnTo>
                <a:cubicBezTo>
                  <a:pt x="55195" y="250225"/>
                  <a:pt x="70760" y="256619"/>
                  <a:pt x="87083" y="260994"/>
                </a:cubicBezTo>
                <a:cubicBezTo>
                  <a:pt x="103405" y="265369"/>
                  <a:pt x="119307" y="267557"/>
                  <a:pt x="134789" y="267557"/>
                </a:cubicBezTo>
                <a:cubicBezTo>
                  <a:pt x="148587" y="267557"/>
                  <a:pt x="159777" y="265117"/>
                  <a:pt x="168360" y="260237"/>
                </a:cubicBezTo>
                <a:cubicBezTo>
                  <a:pt x="176942" y="255357"/>
                  <a:pt x="181233" y="248542"/>
                  <a:pt x="181233" y="239792"/>
                </a:cubicBezTo>
                <a:cubicBezTo>
                  <a:pt x="181233" y="231378"/>
                  <a:pt x="177362" y="225068"/>
                  <a:pt x="169622" y="220861"/>
                </a:cubicBezTo>
                <a:cubicBezTo>
                  <a:pt x="161881" y="216654"/>
                  <a:pt x="147914" y="214550"/>
                  <a:pt x="127721" y="214550"/>
                </a:cubicBezTo>
                <a:lnTo>
                  <a:pt x="25242" y="214550"/>
                </a:lnTo>
                <a:lnTo>
                  <a:pt x="42911" y="0"/>
                </a:ln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Montserrat Light"/>
              <a:ea typeface="Montserrat Light"/>
              <a:cs typeface="Montserrat Light"/>
              <a:sym typeface="Montserrat Light"/>
            </a:endParaRPr>
          </a:p>
        </p:txBody>
      </p:sp>
      <p:sp>
        <p:nvSpPr>
          <p:cNvPr id="224" name="Google Shape;224;p2"/>
          <p:cNvSpPr/>
          <p:nvPr/>
        </p:nvSpPr>
        <p:spPr>
          <a:xfrm>
            <a:off x="6220210" y="880351"/>
            <a:ext cx="268809" cy="528554"/>
          </a:xfrm>
          <a:custGeom>
            <a:rect b="b" l="l" r="r" t="t"/>
            <a:pathLst>
              <a:path extrusionOk="0" h="353377" w="179718">
                <a:moveTo>
                  <a:pt x="0" y="0"/>
                </a:moveTo>
                <a:lnTo>
                  <a:pt x="179718" y="0"/>
                </a:lnTo>
                <a:lnTo>
                  <a:pt x="179718" y="353377"/>
                </a:lnTo>
                <a:lnTo>
                  <a:pt x="60579" y="353377"/>
                </a:lnTo>
                <a:lnTo>
                  <a:pt x="60579" y="89858"/>
                </a:lnTo>
                <a:lnTo>
                  <a:pt x="0" y="89858"/>
                </a:lnTo>
                <a:lnTo>
                  <a:pt x="0" y="0"/>
                </a:ln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Montserrat Light"/>
              <a:ea typeface="Montserrat Light"/>
              <a:cs typeface="Montserrat Light"/>
              <a:sym typeface="Montserrat Light"/>
            </a:endParaRPr>
          </a:p>
        </p:txBody>
      </p:sp>
      <p:sp>
        <p:nvSpPr>
          <p:cNvPr id="225" name="Google Shape;225;p2"/>
          <p:cNvSpPr/>
          <p:nvPr/>
        </p:nvSpPr>
        <p:spPr>
          <a:xfrm>
            <a:off x="6127336" y="2013475"/>
            <a:ext cx="454556" cy="540638"/>
          </a:xfrm>
          <a:custGeom>
            <a:rect b="b" l="l" r="r" t="t"/>
            <a:pathLst>
              <a:path extrusionOk="0" h="361455" w="303904">
                <a:moveTo>
                  <a:pt x="152961" y="0"/>
                </a:moveTo>
                <a:cubicBezTo>
                  <a:pt x="180895" y="0"/>
                  <a:pt x="205632" y="4544"/>
                  <a:pt x="227171" y="13631"/>
                </a:cubicBezTo>
                <a:cubicBezTo>
                  <a:pt x="248710" y="22717"/>
                  <a:pt x="265537" y="35675"/>
                  <a:pt x="277653" y="52502"/>
                </a:cubicBezTo>
                <a:cubicBezTo>
                  <a:pt x="289769" y="69330"/>
                  <a:pt x="295827" y="88681"/>
                  <a:pt x="295827" y="110557"/>
                </a:cubicBezTo>
                <a:cubicBezTo>
                  <a:pt x="295827" y="130077"/>
                  <a:pt x="291704" y="148335"/>
                  <a:pt x="283459" y="165331"/>
                </a:cubicBezTo>
                <a:cubicBezTo>
                  <a:pt x="275213" y="182326"/>
                  <a:pt x="259143" y="201594"/>
                  <a:pt x="235248" y="223133"/>
                </a:cubicBezTo>
                <a:lnTo>
                  <a:pt x="184765" y="269072"/>
                </a:lnTo>
                <a:lnTo>
                  <a:pt x="303904" y="269072"/>
                </a:lnTo>
                <a:lnTo>
                  <a:pt x="303904" y="361455"/>
                </a:lnTo>
                <a:lnTo>
                  <a:pt x="20697" y="361455"/>
                </a:lnTo>
                <a:lnTo>
                  <a:pt x="20697" y="288256"/>
                </a:lnTo>
                <a:lnTo>
                  <a:pt x="148418" y="170126"/>
                </a:lnTo>
                <a:cubicBezTo>
                  <a:pt x="159524" y="159693"/>
                  <a:pt x="166928" y="150775"/>
                  <a:pt x="170630" y="143371"/>
                </a:cubicBezTo>
                <a:cubicBezTo>
                  <a:pt x="174332" y="135967"/>
                  <a:pt x="176183" y="128731"/>
                  <a:pt x="176183" y="121663"/>
                </a:cubicBezTo>
                <a:cubicBezTo>
                  <a:pt x="176183" y="112913"/>
                  <a:pt x="173239" y="106098"/>
                  <a:pt x="167349" y="101218"/>
                </a:cubicBezTo>
                <a:cubicBezTo>
                  <a:pt x="161459" y="96338"/>
                  <a:pt x="152961" y="93898"/>
                  <a:pt x="141855" y="93898"/>
                </a:cubicBezTo>
                <a:cubicBezTo>
                  <a:pt x="131086" y="93898"/>
                  <a:pt x="120989" y="96759"/>
                  <a:pt x="111566" y="102480"/>
                </a:cubicBezTo>
                <a:cubicBezTo>
                  <a:pt x="102142" y="108201"/>
                  <a:pt x="94907" y="116278"/>
                  <a:pt x="89858" y="126712"/>
                </a:cubicBezTo>
                <a:lnTo>
                  <a:pt x="0" y="81782"/>
                </a:lnTo>
                <a:cubicBezTo>
                  <a:pt x="13462" y="56541"/>
                  <a:pt x="33150" y="36600"/>
                  <a:pt x="59064" y="21960"/>
                </a:cubicBezTo>
                <a:cubicBezTo>
                  <a:pt x="84978" y="7320"/>
                  <a:pt x="116278" y="0"/>
                  <a:pt x="152961" y="0"/>
                </a:cubicBezTo>
                <a:close/>
              </a:path>
            </a:pathLst>
          </a:custGeom>
          <a:no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Montserrat Light"/>
              <a:ea typeface="Montserrat Light"/>
              <a:cs typeface="Montserrat Light"/>
              <a:sym typeface="Montserrat Light"/>
            </a:endParaRPr>
          </a:p>
        </p:txBody>
      </p:sp>
      <p:cxnSp>
        <p:nvCxnSpPr>
          <p:cNvPr id="226" name="Google Shape;226;p2"/>
          <p:cNvCxnSpPr/>
          <p:nvPr/>
        </p:nvCxnSpPr>
        <p:spPr>
          <a:xfrm>
            <a:off x="6978144" y="4001604"/>
            <a:ext cx="4518390" cy="0"/>
          </a:xfrm>
          <a:prstGeom prst="straightConnector1">
            <a:avLst/>
          </a:prstGeom>
          <a:noFill/>
          <a:ln cap="flat" cmpd="sng" w="9525">
            <a:solidFill>
              <a:schemeClr val="lt2"/>
            </a:solidFill>
            <a:prstDash val="dot"/>
            <a:round/>
            <a:headEnd len="sm" w="sm" type="none"/>
            <a:tailEnd len="sm" w="sm" type="none"/>
          </a:ln>
        </p:spPr>
      </p:cxnSp>
      <p:cxnSp>
        <p:nvCxnSpPr>
          <p:cNvPr id="227" name="Google Shape;227;p2"/>
          <p:cNvCxnSpPr/>
          <p:nvPr/>
        </p:nvCxnSpPr>
        <p:spPr>
          <a:xfrm>
            <a:off x="6978144" y="5134728"/>
            <a:ext cx="4518390" cy="0"/>
          </a:xfrm>
          <a:prstGeom prst="straightConnector1">
            <a:avLst/>
          </a:prstGeom>
          <a:noFill/>
          <a:ln cap="flat" cmpd="sng" w="9525">
            <a:solidFill>
              <a:schemeClr val="lt2"/>
            </a:solidFill>
            <a:prstDash val="dot"/>
            <a:round/>
            <a:headEnd len="sm" w="sm" type="none"/>
            <a:tailEnd len="sm" w="sm" type="none"/>
          </a:ln>
        </p:spPr>
      </p:cxnSp>
      <p:cxnSp>
        <p:nvCxnSpPr>
          <p:cNvPr id="228" name="Google Shape;228;p2"/>
          <p:cNvCxnSpPr/>
          <p:nvPr/>
        </p:nvCxnSpPr>
        <p:spPr>
          <a:xfrm>
            <a:off x="6978144" y="1711190"/>
            <a:ext cx="4518390" cy="0"/>
          </a:xfrm>
          <a:prstGeom prst="straightConnector1">
            <a:avLst/>
          </a:prstGeom>
          <a:noFill/>
          <a:ln cap="flat" cmpd="sng" w="9525">
            <a:solidFill>
              <a:schemeClr val="lt2"/>
            </a:solidFill>
            <a:prstDash val="dot"/>
            <a:round/>
            <a:headEnd len="sm" w="sm" type="none"/>
            <a:tailEnd len="sm" w="sm" type="none"/>
          </a:ln>
        </p:spPr>
      </p:cxnSp>
      <p:sp>
        <p:nvSpPr>
          <p:cNvPr id="229" name="Google Shape;229;p2"/>
          <p:cNvSpPr txBox="1"/>
          <p:nvPr/>
        </p:nvSpPr>
        <p:spPr>
          <a:xfrm>
            <a:off x="6978144" y="3275113"/>
            <a:ext cx="451839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Project Team</a:t>
            </a:r>
            <a:endParaRPr/>
          </a:p>
        </p:txBody>
      </p:sp>
      <p:sp>
        <p:nvSpPr>
          <p:cNvPr id="230" name="Google Shape;230;p2"/>
          <p:cNvSpPr txBox="1"/>
          <p:nvPr/>
        </p:nvSpPr>
        <p:spPr>
          <a:xfrm>
            <a:off x="6978144" y="4414278"/>
            <a:ext cx="451839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Key Action Items (Next Steps)</a:t>
            </a:r>
            <a:endParaRPr/>
          </a:p>
        </p:txBody>
      </p:sp>
      <p:sp>
        <p:nvSpPr>
          <p:cNvPr id="231" name="Google Shape;231;p2"/>
          <p:cNvSpPr txBox="1"/>
          <p:nvPr/>
        </p:nvSpPr>
        <p:spPr>
          <a:xfrm>
            <a:off x="6978144" y="5553443"/>
            <a:ext cx="451839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RACI</a:t>
            </a:r>
            <a:endParaRPr/>
          </a:p>
        </p:txBody>
      </p:sp>
      <p:sp>
        <p:nvSpPr>
          <p:cNvPr id="232" name="Google Shape;232;p2"/>
          <p:cNvSpPr txBox="1"/>
          <p:nvPr/>
        </p:nvSpPr>
        <p:spPr>
          <a:xfrm>
            <a:off x="6978144" y="990740"/>
            <a:ext cx="4518390" cy="6924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Project Overview</a:t>
            </a:r>
            <a:endParaRPr/>
          </a:p>
          <a:p>
            <a:pPr indent="0" lvl="0" marL="0" marR="0" rtl="0" algn="l">
              <a:lnSpc>
                <a:spcPct val="100000"/>
              </a:lnSpc>
              <a:spcBef>
                <a:spcPts val="60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    </a:t>
            </a:r>
            <a:r>
              <a:rPr b="0" i="0" lang="en-US" sz="1600" u="none" cap="none" strike="noStrike">
                <a:solidFill>
                  <a:srgbClr val="FFFFFF"/>
                </a:solidFill>
                <a:latin typeface="Montserrat Light"/>
                <a:ea typeface="Montserrat Light"/>
                <a:cs typeface="Montserrat Light"/>
                <a:sym typeface="Montserrat Light"/>
              </a:rPr>
              <a:t>Scope</a:t>
            </a:r>
            <a:r>
              <a:rPr b="0" i="0" lang="en-US" sz="2000" u="none" cap="none" strike="noStrike">
                <a:solidFill>
                  <a:srgbClr val="FFFFFF"/>
                </a:solidFill>
                <a:latin typeface="Montserrat Light"/>
                <a:ea typeface="Montserrat Light"/>
                <a:cs typeface="Montserrat Light"/>
                <a:sym typeface="Montserrat Light"/>
              </a:rPr>
              <a:t>, </a:t>
            </a:r>
            <a:r>
              <a:rPr b="0" i="0" lang="en-US" sz="1600" u="none" cap="none" strike="noStrike">
                <a:solidFill>
                  <a:srgbClr val="FFFFFF"/>
                </a:solidFill>
                <a:latin typeface="Montserrat Light"/>
                <a:ea typeface="Montserrat Light"/>
                <a:cs typeface="Montserrat Light"/>
                <a:sym typeface="Montserrat Light"/>
              </a:rPr>
              <a:t>Assumptions, Out of Scope, Risks</a:t>
            </a:r>
            <a:endParaRPr b="0" i="0" sz="2000" u="none" cap="none" strike="noStrike">
              <a:solidFill>
                <a:srgbClr val="FFFFFF"/>
              </a:solidFill>
              <a:latin typeface="Montserrat Light"/>
              <a:ea typeface="Montserrat Light"/>
              <a:cs typeface="Montserrat Light"/>
              <a:sym typeface="Montserrat Light"/>
            </a:endParaRPr>
          </a:p>
        </p:txBody>
      </p:sp>
      <p:sp>
        <p:nvSpPr>
          <p:cNvPr id="233" name="Google Shape;233;p2"/>
          <p:cNvSpPr txBox="1"/>
          <p:nvPr/>
        </p:nvSpPr>
        <p:spPr>
          <a:xfrm>
            <a:off x="6978144" y="2129906"/>
            <a:ext cx="451839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2200"/>
              <a:buFont typeface="Garamond"/>
              <a:buNone/>
            </a:pPr>
            <a:r>
              <a:rPr b="0" i="0" lang="en-US" sz="2000" u="none" cap="none" strike="noStrike">
                <a:solidFill>
                  <a:srgbClr val="FFFFFF"/>
                </a:solidFill>
                <a:latin typeface="Montserrat Light"/>
                <a:ea typeface="Montserrat Light"/>
                <a:cs typeface="Montserrat Light"/>
                <a:sym typeface="Montserrat Light"/>
              </a:rPr>
              <a:t>Project Activities &amp; Timeline</a:t>
            </a:r>
            <a:endParaRPr/>
          </a:p>
        </p:txBody>
      </p:sp>
      <p:cxnSp>
        <p:nvCxnSpPr>
          <p:cNvPr id="234" name="Google Shape;234;p2"/>
          <p:cNvCxnSpPr/>
          <p:nvPr/>
        </p:nvCxnSpPr>
        <p:spPr>
          <a:xfrm>
            <a:off x="6978144" y="2856398"/>
            <a:ext cx="4518390" cy="0"/>
          </a:xfrm>
          <a:prstGeom prst="straightConnector1">
            <a:avLst/>
          </a:prstGeom>
          <a:noFill/>
          <a:ln cap="flat" cmpd="sng" w="9525">
            <a:solidFill>
              <a:schemeClr val="lt2"/>
            </a:solidFill>
            <a:prstDash val="dot"/>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
          <p:cNvSpPr/>
          <p:nvPr/>
        </p:nvSpPr>
        <p:spPr>
          <a:xfrm>
            <a:off x="422572" y="1029126"/>
            <a:ext cx="1519680" cy="710773"/>
          </a:xfrm>
          <a:prstGeom prst="rect">
            <a:avLst/>
          </a:prstGeom>
          <a:solidFill>
            <a:schemeClr val="accent4"/>
          </a:solidFill>
          <a:ln>
            <a:noFill/>
          </a:ln>
        </p:spPr>
        <p:txBody>
          <a:bodyPr anchorCtr="0" anchor="t" bIns="90000" lIns="90000" spcFirstLastPara="1" rIns="90000" wrap="square" tIns="90000">
            <a:noAutofit/>
          </a:bodyPr>
          <a:lstStyle/>
          <a:p>
            <a:pPr indent="0" lvl="0" marL="0" marR="0" rtl="0" algn="l">
              <a:spcBef>
                <a:spcPts val="0"/>
              </a:spcBef>
              <a:spcAft>
                <a:spcPts val="0"/>
              </a:spcAft>
              <a:buClr>
                <a:srgbClr val="00A28A"/>
              </a:buClr>
              <a:buSzPts val="1400"/>
              <a:buFont typeface="Times"/>
              <a:buNone/>
            </a:pPr>
            <a:r>
              <a:rPr b="0" i="0" lang="en-US" sz="1400" u="none" cap="none" strike="noStrike">
                <a:solidFill>
                  <a:schemeClr val="dk1"/>
                </a:solidFill>
                <a:latin typeface="Avenir"/>
                <a:ea typeface="Avenir"/>
                <a:cs typeface="Avenir"/>
                <a:sym typeface="Avenir"/>
              </a:rPr>
              <a:t>Background </a:t>
            </a:r>
            <a:br>
              <a:rPr b="0" i="0" lang="en-US" sz="1400" u="none" cap="none" strike="noStrike">
                <a:solidFill>
                  <a:schemeClr val="dk1"/>
                </a:solidFill>
                <a:latin typeface="Avenir"/>
                <a:ea typeface="Avenir"/>
                <a:cs typeface="Avenir"/>
                <a:sym typeface="Avenir"/>
              </a:rPr>
            </a:br>
            <a:r>
              <a:rPr b="0" i="0" lang="en-US" sz="1400" u="none" cap="none" strike="noStrike">
                <a:solidFill>
                  <a:schemeClr val="dk1"/>
                </a:solidFill>
                <a:latin typeface="Avenir"/>
                <a:ea typeface="Avenir"/>
                <a:cs typeface="Avenir"/>
                <a:sym typeface="Avenir"/>
              </a:rPr>
              <a:t>&amp; Objective</a:t>
            </a:r>
            <a:endParaRPr/>
          </a:p>
        </p:txBody>
      </p:sp>
      <p:sp>
        <p:nvSpPr>
          <p:cNvPr id="241" name="Google Shape;241;p3"/>
          <p:cNvSpPr/>
          <p:nvPr/>
        </p:nvSpPr>
        <p:spPr>
          <a:xfrm>
            <a:off x="422572" y="2024060"/>
            <a:ext cx="1519680" cy="4288248"/>
          </a:xfrm>
          <a:prstGeom prst="rect">
            <a:avLst/>
          </a:prstGeom>
          <a:solidFill>
            <a:schemeClr val="accent4"/>
          </a:solidFill>
          <a:ln>
            <a:noFill/>
          </a:ln>
        </p:spPr>
        <p:txBody>
          <a:bodyPr anchorCtr="0" anchor="t" bIns="90000" lIns="90000" spcFirstLastPara="1" rIns="90000" wrap="square" tIns="90000">
            <a:noAutofit/>
          </a:bodyPr>
          <a:lstStyle/>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t/>
            </a:r>
            <a:endParaRPr b="1" i="0" sz="1400" u="none" cap="none" strike="noStrike">
              <a:solidFill>
                <a:schemeClr val="lt1"/>
              </a:solidFill>
              <a:latin typeface="Avenir"/>
              <a:ea typeface="Avenir"/>
              <a:cs typeface="Avenir"/>
              <a:sym typeface="Avenir"/>
            </a:endParaRPr>
          </a:p>
          <a:p>
            <a:pPr indent="0" lvl="0" marL="0" marR="0" rtl="0" algn="l">
              <a:spcBef>
                <a:spcPts val="0"/>
              </a:spcBef>
              <a:spcAft>
                <a:spcPts val="0"/>
              </a:spcAft>
              <a:buClr>
                <a:srgbClr val="00A28A"/>
              </a:buClr>
              <a:buSzPts val="1400"/>
              <a:buFont typeface="Times"/>
              <a:buNone/>
            </a:pPr>
            <a:r>
              <a:rPr b="0" i="0" lang="en-US" sz="1400" u="none" cap="none" strike="noStrike">
                <a:solidFill>
                  <a:schemeClr val="dk1"/>
                </a:solidFill>
                <a:latin typeface="Avenir"/>
                <a:ea typeface="Avenir"/>
                <a:cs typeface="Avenir"/>
                <a:sym typeface="Avenir"/>
              </a:rPr>
              <a:t>Scope</a:t>
            </a:r>
            <a:endParaRPr/>
          </a:p>
        </p:txBody>
      </p:sp>
      <p:sp>
        <p:nvSpPr>
          <p:cNvPr id="242" name="Google Shape;242;p3"/>
          <p:cNvSpPr/>
          <p:nvPr/>
        </p:nvSpPr>
        <p:spPr>
          <a:xfrm>
            <a:off x="2105246" y="1029126"/>
            <a:ext cx="9664183" cy="860312"/>
          </a:xfrm>
          <a:prstGeom prst="rect">
            <a:avLst/>
          </a:prstGeom>
          <a:noFill/>
          <a:ln>
            <a:noFill/>
          </a:ln>
        </p:spPr>
        <p:txBody>
          <a:bodyPr anchorCtr="0" anchor="t" bIns="0" lIns="0" spcFirstLastPara="1" rIns="0" wrap="square" tIns="0">
            <a:noAutofit/>
          </a:bodyPr>
          <a:lstStyle/>
          <a:p>
            <a:pPr indent="-169863" lvl="0" marL="169863" marR="0" rtl="0" algn="l">
              <a:spcBef>
                <a:spcPts val="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The objective is to help </a:t>
            </a:r>
            <a:r>
              <a:rPr b="0" i="0" lang="en-US" sz="1200" u="none" cap="none" strike="noStrike">
                <a:solidFill>
                  <a:schemeClr val="dk1"/>
                </a:solidFill>
                <a:highlight>
                  <a:srgbClr val="FFFF00"/>
                </a:highlight>
                <a:latin typeface="Avenir"/>
                <a:ea typeface="Avenir"/>
                <a:cs typeface="Avenir"/>
                <a:sym typeface="Avenir"/>
              </a:rPr>
              <a:t>[CUSTOMER] </a:t>
            </a:r>
            <a:r>
              <a:rPr b="0" i="0" lang="en-US" sz="1200" u="none" cap="none" strike="noStrike">
                <a:solidFill>
                  <a:srgbClr val="FFFFFF"/>
                </a:solidFill>
                <a:latin typeface="Avenir"/>
                <a:ea typeface="Avenir"/>
                <a:cs typeface="Avenir"/>
                <a:sym typeface="Avenir"/>
              </a:rPr>
              <a:t>implement Saviynt CPAM solution in order to build a robust Privileged Access Management (PAM) program and strengthen their overall cybersecurity posture. </a:t>
            </a:r>
            <a:endParaRPr/>
          </a:p>
          <a:p>
            <a:pPr indent="-169863" lvl="0" marL="169863" marR="0" rtl="0" algn="l">
              <a:spcBef>
                <a:spcPts val="24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~10-week estimated timeline for completion for Phase-1 of the project including post go-live Hypercare</a:t>
            </a:r>
            <a:endParaRPr/>
          </a:p>
          <a:p>
            <a:pPr indent="-169863" lvl="0" marL="169863" marR="0" rtl="0" algn="l">
              <a:spcBef>
                <a:spcPts val="24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~25-week estimated timeline for completion of Phase-2 of the project including post go-live Hypercare</a:t>
            </a:r>
            <a:endParaRPr b="0" i="0" sz="1200" u="none" cap="none" strike="noStrike">
              <a:solidFill>
                <a:srgbClr val="646464"/>
              </a:solidFill>
              <a:latin typeface="Avenir"/>
              <a:ea typeface="Avenir"/>
              <a:cs typeface="Avenir"/>
              <a:sym typeface="Avenir"/>
            </a:endParaRPr>
          </a:p>
        </p:txBody>
      </p:sp>
      <p:sp>
        <p:nvSpPr>
          <p:cNvPr id="243" name="Google Shape;243;p3"/>
          <p:cNvSpPr/>
          <p:nvPr/>
        </p:nvSpPr>
        <p:spPr>
          <a:xfrm>
            <a:off x="2105247" y="2024060"/>
            <a:ext cx="9664182" cy="43996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u="none" cap="none" strike="noStrike">
                <a:solidFill>
                  <a:srgbClr val="FFFFFF"/>
                </a:solidFill>
                <a:latin typeface="Avenir"/>
                <a:ea typeface="Avenir"/>
                <a:cs typeface="Avenir"/>
                <a:sym typeface="Avenir"/>
              </a:rPr>
              <a:t>Based on our understanding of </a:t>
            </a:r>
            <a:r>
              <a:rPr b="0" i="0" lang="en-US" sz="1200" u="none" cap="none" strike="noStrike">
                <a:solidFill>
                  <a:schemeClr val="dk1"/>
                </a:solidFill>
                <a:highlight>
                  <a:srgbClr val="FFFF00"/>
                </a:highlight>
                <a:latin typeface="Avenir"/>
                <a:ea typeface="Avenir"/>
                <a:cs typeface="Avenir"/>
                <a:sym typeface="Avenir"/>
              </a:rPr>
              <a:t>[CUSTOMER] </a:t>
            </a:r>
            <a:r>
              <a:rPr b="0" i="0" lang="en-US" sz="1200" u="none" cap="none" strike="noStrike">
                <a:solidFill>
                  <a:srgbClr val="FFFFFF"/>
                </a:solidFill>
                <a:latin typeface="Avenir"/>
                <a:ea typeface="Avenir"/>
                <a:cs typeface="Avenir"/>
                <a:sym typeface="Avenir"/>
              </a:rPr>
              <a:t> scope, we have summarized project scope as below</a:t>
            </a:r>
            <a:endParaRPr/>
          </a:p>
          <a:p>
            <a:pPr indent="0" lvl="0" marL="0" marR="0" rtl="0" algn="l">
              <a:spcBef>
                <a:spcPts val="240"/>
              </a:spcBef>
              <a:spcAft>
                <a:spcPts val="0"/>
              </a:spcAft>
              <a:buNone/>
            </a:pPr>
            <a:r>
              <a:t/>
            </a:r>
            <a:endParaRPr b="0" i="0" sz="1200" u="none" cap="none" strike="noStrike">
              <a:solidFill>
                <a:srgbClr val="FFFFFF"/>
              </a:solidFill>
              <a:latin typeface="Avenir"/>
              <a:ea typeface="Avenir"/>
              <a:cs typeface="Avenir"/>
              <a:sym typeface="Avenir"/>
            </a:endParaRPr>
          </a:p>
          <a:p>
            <a:pPr indent="0" lvl="0" marL="0" marR="0" rtl="0" algn="l">
              <a:spcBef>
                <a:spcPts val="240"/>
              </a:spcBef>
              <a:spcAft>
                <a:spcPts val="0"/>
              </a:spcAft>
              <a:buNone/>
            </a:pPr>
            <a:r>
              <a:rPr b="1" i="0" lang="en-US" sz="1200" u="none" cap="none" strike="noStrike">
                <a:solidFill>
                  <a:srgbClr val="FFFFFF"/>
                </a:solidFill>
                <a:latin typeface="Avenir"/>
                <a:ea typeface="Avenir"/>
                <a:cs typeface="Avenir"/>
                <a:sym typeface="Avenir"/>
              </a:rPr>
              <a:t>Phase 1: Building CPAM environment – Addressing core requirements for Audit </a:t>
            </a:r>
            <a:endParaRPr/>
          </a:p>
          <a:p>
            <a:pPr indent="-169863" lvl="0" marL="169863" marR="0" rtl="0" algn="l">
              <a:spcBef>
                <a:spcPts val="240"/>
              </a:spcBef>
              <a:spcAft>
                <a:spcPts val="0"/>
              </a:spcAft>
              <a:buClr>
                <a:schemeClr val="lt1"/>
              </a:buClr>
              <a:buSzPts val="1200"/>
              <a:buFont typeface="Arial"/>
              <a:buChar char="•"/>
            </a:pPr>
            <a:r>
              <a:rPr b="1" i="0" lang="en-US" sz="1200" u="none" cap="none" strike="noStrike">
                <a:solidFill>
                  <a:srgbClr val="FFFFFF"/>
                </a:solidFill>
                <a:latin typeface="Avenir"/>
                <a:ea typeface="Avenir"/>
                <a:cs typeface="Avenir"/>
                <a:sym typeface="Avenir"/>
              </a:rPr>
              <a:t>Active Directory Privileged Accounts and service Accounts onboarding</a:t>
            </a:r>
            <a:r>
              <a:rPr b="0" i="0" lang="en-US" sz="1200" u="none" cap="none" strike="noStrike">
                <a:solidFill>
                  <a:srgbClr val="FFFFFF"/>
                </a:solidFill>
                <a:latin typeface="Avenir"/>
                <a:ea typeface="Avenir"/>
                <a:cs typeface="Avenir"/>
                <a:sym typeface="Avenir"/>
              </a:rPr>
              <a:t>: Policy based password rotation, Check-in/check-out, Password policy, Credential checkout, Credential Less ADAM(AD Console) access</a:t>
            </a:r>
            <a:endParaRPr/>
          </a:p>
          <a:p>
            <a:pPr indent="-169863" lvl="0" marL="169863" marR="0" rtl="0" algn="l">
              <a:spcBef>
                <a:spcPts val="240"/>
              </a:spcBef>
              <a:spcAft>
                <a:spcPts val="0"/>
              </a:spcAft>
              <a:buClr>
                <a:schemeClr val="lt1"/>
              </a:buClr>
              <a:buSzPts val="1200"/>
              <a:buFont typeface="Arial"/>
              <a:buChar char="•"/>
            </a:pPr>
            <a:r>
              <a:rPr b="1" i="0" lang="en-US" sz="1200" u="none" cap="none" strike="noStrike">
                <a:solidFill>
                  <a:srgbClr val="FFFFFF"/>
                </a:solidFill>
                <a:latin typeface="Avenir"/>
                <a:ea typeface="Avenir"/>
                <a:cs typeface="Avenir"/>
                <a:sym typeface="Avenir"/>
              </a:rPr>
              <a:t>AWS</a:t>
            </a:r>
            <a:r>
              <a:rPr b="0" i="0" lang="en-US" sz="1200" u="none" cap="none" strike="noStrike">
                <a:solidFill>
                  <a:srgbClr val="FFFFFF"/>
                </a:solidFill>
                <a:latin typeface="Avenir"/>
                <a:ea typeface="Avenir"/>
                <a:cs typeface="Avenir"/>
                <a:sym typeface="Avenir"/>
              </a:rPr>
              <a:t>: One AWS account onboarding, Machine discovery, Session Recording and playback, Workload access method (Credential, Credential Less, and Just in Time), AWS console, Linux and Windows workload protections</a:t>
            </a:r>
            <a:endParaRPr/>
          </a:p>
          <a:p>
            <a:pPr indent="-169863" lvl="0" marL="169863" marR="0" rtl="0" algn="l">
              <a:spcBef>
                <a:spcPts val="240"/>
              </a:spcBef>
              <a:spcAft>
                <a:spcPts val="0"/>
              </a:spcAft>
              <a:buClr>
                <a:schemeClr val="lt1"/>
              </a:buClr>
              <a:buSzPts val="1200"/>
              <a:buFont typeface="Arial"/>
              <a:buChar char="•"/>
            </a:pPr>
            <a:r>
              <a:rPr b="1" i="0" lang="en-US" sz="1200" u="none" cap="none" strike="noStrike">
                <a:solidFill>
                  <a:srgbClr val="FFFFFF"/>
                </a:solidFill>
                <a:latin typeface="Avenir"/>
                <a:ea typeface="Avenir"/>
                <a:cs typeface="Avenir"/>
                <a:sym typeface="Avenir"/>
              </a:rPr>
              <a:t>Splunk</a:t>
            </a:r>
            <a:r>
              <a:rPr b="0" i="0" lang="en-US" sz="1200" u="none" cap="none" strike="noStrike">
                <a:solidFill>
                  <a:srgbClr val="FFFFFF"/>
                </a:solidFill>
                <a:latin typeface="Avenir"/>
                <a:ea typeface="Avenir"/>
                <a:cs typeface="Avenir"/>
                <a:sym typeface="Avenir"/>
              </a:rPr>
              <a:t> (Security Information and Event Management – SIEM) integration.</a:t>
            </a:r>
            <a:endParaRPr b="0" i="0" sz="1200" u="none" cap="none" strike="noStrike">
              <a:solidFill>
                <a:srgbClr val="FFFFFF"/>
              </a:solidFill>
              <a:highlight>
                <a:srgbClr val="FABD2F"/>
              </a:highlight>
              <a:latin typeface="Avenir"/>
              <a:ea typeface="Avenir"/>
              <a:cs typeface="Avenir"/>
              <a:sym typeface="Avenir"/>
            </a:endParaRPr>
          </a:p>
          <a:p>
            <a:pPr indent="-169863" lvl="0" marL="169863" marR="0" rtl="0" algn="l">
              <a:spcBef>
                <a:spcPts val="24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OnPerm Vault Integration</a:t>
            </a:r>
            <a:endParaRPr/>
          </a:p>
          <a:p>
            <a:pPr indent="0" lvl="0" marL="0" marR="0" rtl="0" algn="l">
              <a:spcBef>
                <a:spcPts val="240"/>
              </a:spcBef>
              <a:spcAft>
                <a:spcPts val="0"/>
              </a:spcAft>
              <a:buNone/>
            </a:pPr>
            <a:r>
              <a:t/>
            </a:r>
            <a:endParaRPr b="0" i="0" sz="1200" u="none" cap="none" strike="noStrike">
              <a:solidFill>
                <a:srgbClr val="FFFFFF"/>
              </a:solidFill>
              <a:latin typeface="Avenir"/>
              <a:ea typeface="Avenir"/>
              <a:cs typeface="Avenir"/>
              <a:sym typeface="Avenir"/>
            </a:endParaRPr>
          </a:p>
          <a:p>
            <a:pPr indent="0" lvl="0" marL="0" marR="0" rtl="0" algn="l">
              <a:spcBef>
                <a:spcPts val="240"/>
              </a:spcBef>
              <a:spcAft>
                <a:spcPts val="0"/>
              </a:spcAft>
              <a:buNone/>
            </a:pPr>
            <a:r>
              <a:rPr b="1" i="0" lang="en-US" sz="1200" u="none" cap="none" strike="noStrike">
                <a:solidFill>
                  <a:srgbClr val="FFFFFF"/>
                </a:solidFill>
                <a:latin typeface="Avenir"/>
                <a:ea typeface="Avenir"/>
                <a:cs typeface="Avenir"/>
                <a:sym typeface="Avenir"/>
              </a:rPr>
              <a:t>Phase 2: Expansion of CPAM</a:t>
            </a:r>
            <a:r>
              <a:rPr b="0" i="0" lang="en-US" sz="1200" u="none" cap="none" strike="noStrike">
                <a:solidFill>
                  <a:srgbClr val="FFFFFF"/>
                </a:solidFill>
                <a:latin typeface="Avenir"/>
                <a:ea typeface="Avenir"/>
                <a:cs typeface="Avenir"/>
                <a:sym typeface="Avenir"/>
              </a:rPr>
              <a:t> </a:t>
            </a:r>
            <a:endParaRPr/>
          </a:p>
          <a:p>
            <a:pPr indent="-171450" lvl="0" marL="171450" marR="0" rtl="0" algn="l">
              <a:spcBef>
                <a:spcPts val="24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Automatic password rotation (</a:t>
            </a:r>
            <a:r>
              <a:rPr b="1" i="0" lang="en-US" sz="1200" u="none" cap="none" strike="noStrike">
                <a:solidFill>
                  <a:srgbClr val="FFFFFF"/>
                </a:solidFill>
                <a:latin typeface="Avenir"/>
                <a:ea typeface="Avenir"/>
                <a:cs typeface="Avenir"/>
                <a:sym typeface="Avenir"/>
              </a:rPr>
              <a:t>Windows Services, Schedule Tasks</a:t>
            </a:r>
            <a:r>
              <a:rPr b="0" i="0" lang="en-US" sz="1200" u="none" cap="none" strike="noStrike">
                <a:solidFill>
                  <a:srgbClr val="FFFFFF"/>
                </a:solidFill>
                <a:latin typeface="Avenir"/>
                <a:ea typeface="Avenir"/>
                <a:cs typeface="Avenir"/>
                <a:sym typeface="Avenir"/>
              </a:rPr>
              <a:t>)</a:t>
            </a:r>
            <a:endParaRPr/>
          </a:p>
          <a:p>
            <a:pPr indent="-171450" lvl="0" marL="171450" marR="0" rtl="0" algn="l">
              <a:spcBef>
                <a:spcPts val="240"/>
              </a:spcBef>
              <a:spcAft>
                <a:spcPts val="0"/>
              </a:spcAft>
              <a:buClr>
                <a:schemeClr val="lt1"/>
              </a:buClr>
              <a:buSzPts val="1200"/>
              <a:buFont typeface="Arial"/>
              <a:buChar char="•"/>
            </a:pPr>
            <a:r>
              <a:rPr b="1" i="0" lang="en-US" sz="1200" u="none" cap="none" strike="noStrike">
                <a:solidFill>
                  <a:srgbClr val="FFFFFF"/>
                </a:solidFill>
                <a:latin typeface="Avenir"/>
                <a:ea typeface="Avenir"/>
                <a:cs typeface="Avenir"/>
                <a:sym typeface="Avenir"/>
              </a:rPr>
              <a:t>Service Account Management </a:t>
            </a:r>
            <a:r>
              <a:rPr b="0" i="0" lang="en-US" sz="1200" u="none" cap="none" strike="noStrike">
                <a:solidFill>
                  <a:srgbClr val="FFFFFF"/>
                </a:solidFill>
                <a:latin typeface="Avenir"/>
                <a:ea typeface="Avenir"/>
                <a:cs typeface="Avenir"/>
                <a:sym typeface="Avenir"/>
              </a:rPr>
              <a:t>(Active Directory Service Account management, Strategy definition to reduce service accounts, Service Account removal from Unix servers.</a:t>
            </a:r>
            <a:endParaRPr/>
          </a:p>
          <a:p>
            <a:pPr indent="-171450" lvl="0" marL="171450" marR="0" rtl="0" algn="l">
              <a:spcBef>
                <a:spcPts val="240"/>
              </a:spcBef>
              <a:spcAft>
                <a:spcPts val="0"/>
              </a:spcAft>
              <a:buClr>
                <a:schemeClr val="lt1"/>
              </a:buClr>
              <a:buSzPts val="1200"/>
              <a:buFont typeface="Arial"/>
              <a:buChar char="•"/>
            </a:pPr>
            <a:r>
              <a:rPr b="1" i="0" lang="en-US" sz="1200" u="none" cap="none" strike="noStrike">
                <a:solidFill>
                  <a:srgbClr val="FFFFFF"/>
                </a:solidFill>
                <a:latin typeface="Avenir"/>
                <a:ea typeface="Avenir"/>
                <a:cs typeface="Avenir"/>
                <a:sym typeface="Avenir"/>
              </a:rPr>
              <a:t>Two (2) AWS accounts </a:t>
            </a:r>
            <a:r>
              <a:rPr b="0" i="0" lang="en-US" sz="1200" u="none" cap="none" strike="noStrike">
                <a:solidFill>
                  <a:srgbClr val="FFFFFF"/>
                </a:solidFill>
                <a:latin typeface="Avenir"/>
                <a:ea typeface="Avenir"/>
                <a:cs typeface="Avenir"/>
                <a:sym typeface="Avenir"/>
              </a:rPr>
              <a:t>onboarding to cover “console, Linux, Windows and DB” workloads to extend phase-1 solution</a:t>
            </a:r>
            <a:endParaRPr/>
          </a:p>
          <a:p>
            <a:pPr indent="-171450" lvl="0" marL="171450" marR="0" rtl="0" algn="l">
              <a:spcBef>
                <a:spcPts val="240"/>
              </a:spcBef>
              <a:spcAft>
                <a:spcPts val="0"/>
              </a:spcAft>
              <a:buClr>
                <a:schemeClr val="lt1"/>
              </a:buClr>
              <a:buSzPts val="1200"/>
              <a:buFont typeface="Arial"/>
              <a:buChar char="•"/>
            </a:pPr>
            <a:r>
              <a:rPr b="0" i="0" lang="en-US" sz="1200" u="none" cap="none" strike="noStrike">
                <a:solidFill>
                  <a:srgbClr val="FFFFFF"/>
                </a:solidFill>
                <a:latin typeface="Avenir"/>
                <a:ea typeface="Avenir"/>
                <a:cs typeface="Avenir"/>
                <a:sym typeface="Avenir"/>
              </a:rPr>
              <a:t>Solution design to onboard </a:t>
            </a:r>
            <a:r>
              <a:rPr b="1" i="0" lang="en-US" sz="1200" u="none" cap="none" strike="noStrike">
                <a:solidFill>
                  <a:srgbClr val="FFFFFF"/>
                </a:solidFill>
                <a:latin typeface="Avenir"/>
                <a:ea typeface="Avenir"/>
                <a:cs typeface="Avenir"/>
                <a:sym typeface="Avenir"/>
              </a:rPr>
              <a:t>OnPerm infrastructure </a:t>
            </a:r>
            <a:r>
              <a:rPr b="0" i="0" lang="en-US" sz="1200" u="none" cap="none" strike="noStrike">
                <a:solidFill>
                  <a:srgbClr val="FFFFFF"/>
                </a:solidFill>
                <a:latin typeface="Avenir"/>
                <a:ea typeface="Avenir"/>
                <a:cs typeface="Avenir"/>
                <a:sym typeface="Avenir"/>
              </a:rPr>
              <a:t>(Up to 5 sets of unique combinations of machines) to demonstrate JIT, Credential Less, Credential access to Windows/Linux and DB workloads</a:t>
            </a:r>
            <a:endParaRPr/>
          </a:p>
          <a:p>
            <a:pPr indent="0" lvl="0" marL="0" marR="0" rtl="0" algn="l">
              <a:spcBef>
                <a:spcPts val="240"/>
              </a:spcBef>
              <a:spcAft>
                <a:spcPts val="0"/>
              </a:spcAft>
              <a:buNone/>
            </a:pPr>
            <a:r>
              <a:t/>
            </a:r>
            <a:endParaRPr b="0" i="0" sz="1200" u="none" cap="none" strike="noStrike">
              <a:solidFill>
                <a:srgbClr val="FFFFFF"/>
              </a:solidFill>
              <a:latin typeface="Avenir"/>
              <a:ea typeface="Avenir"/>
              <a:cs typeface="Avenir"/>
              <a:sym typeface="Avenir"/>
            </a:endParaRPr>
          </a:p>
          <a:p>
            <a:pPr indent="-93663" lvl="0" marL="169863" marR="0" rtl="0" algn="l">
              <a:spcBef>
                <a:spcPts val="240"/>
              </a:spcBef>
              <a:spcAft>
                <a:spcPts val="0"/>
              </a:spcAft>
              <a:buClr>
                <a:schemeClr val="lt1"/>
              </a:buClr>
              <a:buSzPts val="1200"/>
              <a:buFont typeface="Arial"/>
              <a:buNone/>
            </a:pPr>
            <a:r>
              <a:t/>
            </a:r>
            <a:endParaRPr b="0" i="0" sz="1200" u="none" cap="none" strike="noStrike">
              <a:solidFill>
                <a:srgbClr val="FFFFFF"/>
              </a:solidFill>
              <a:latin typeface="Avenir"/>
              <a:ea typeface="Avenir"/>
              <a:cs typeface="Avenir"/>
              <a:sym typeface="Avenir"/>
            </a:endParaRPr>
          </a:p>
          <a:p>
            <a:pPr indent="0" lvl="0" marL="0" marR="0" rtl="0" algn="l">
              <a:spcBef>
                <a:spcPts val="240"/>
              </a:spcBef>
              <a:spcAft>
                <a:spcPts val="0"/>
              </a:spcAft>
              <a:buNone/>
            </a:pPr>
            <a:r>
              <a:t/>
            </a:r>
            <a:endParaRPr b="0" i="0" sz="1200" u="none" cap="none" strike="noStrike">
              <a:solidFill>
                <a:srgbClr val="FFFFFF"/>
              </a:solidFill>
              <a:latin typeface="Avenir"/>
              <a:ea typeface="Avenir"/>
              <a:cs typeface="Avenir"/>
              <a:sym typeface="Avenir"/>
            </a:endParaRPr>
          </a:p>
        </p:txBody>
      </p:sp>
      <p:sp>
        <p:nvSpPr>
          <p:cNvPr id="244" name="Google Shape;244;p3"/>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Project Overview</a:t>
            </a:r>
            <a:endParaRPr/>
          </a:p>
        </p:txBody>
      </p:sp>
      <p:cxnSp>
        <p:nvCxnSpPr>
          <p:cNvPr id="245" name="Google Shape;245;p3"/>
          <p:cNvCxnSpPr/>
          <p:nvPr/>
        </p:nvCxnSpPr>
        <p:spPr>
          <a:xfrm>
            <a:off x="422572" y="1889440"/>
            <a:ext cx="11346857" cy="0"/>
          </a:xfrm>
          <a:prstGeom prst="straightConnector1">
            <a:avLst/>
          </a:prstGeom>
          <a:noFill/>
          <a:ln cap="flat" cmpd="sng" w="9525">
            <a:solidFill>
              <a:schemeClr val="lt1"/>
            </a:solidFill>
            <a:prstDash val="dot"/>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Assumptions</a:t>
            </a:r>
            <a:endParaRPr/>
          </a:p>
        </p:txBody>
      </p:sp>
      <p:sp>
        <p:nvSpPr>
          <p:cNvPr id="251" name="Google Shape;251;p4"/>
          <p:cNvSpPr/>
          <p:nvPr/>
        </p:nvSpPr>
        <p:spPr>
          <a:xfrm>
            <a:off x="540016" y="1159994"/>
            <a:ext cx="11095513" cy="5073026"/>
          </a:xfrm>
          <a:prstGeom prst="rect">
            <a:avLst/>
          </a:prstGeom>
          <a:noFill/>
          <a:ln>
            <a:noFill/>
          </a:ln>
        </p:spPr>
        <p:txBody>
          <a:bodyPr anchorCtr="0" anchor="t" bIns="0" lIns="0" spcFirstLastPara="1" rIns="0" wrap="square" tIns="0">
            <a:noAutofit/>
          </a:bodyPr>
          <a:lstStyle/>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The Saviynt resources will deliver the work through the following mechanisms: Email, Phone calls and Zoom (or similar) meetings.</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Out of the box connectors will be utilized for integrating with in-scope applications wherever applicable.</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will be responsible for UAT &amp; Systems Integration Testing (SIT). Customer will own the test cases, scripts and identifying individuals for UAT. Saviynt will provide information on functional test use cases. Saviynt can assist customer in UAT test case creation if needed. </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Saviynt can provide configuration guides and solution implementation steps. Client needs to create operational documentation based on their requirements. Saviynt can assist but will not own any operational documents.</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will provide the necessary network connectivity to Development, UAT, and Production environments, so that Saviynt system can connect to Customer system in each environment for troubleshooting and assistance provided.</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will ensure the data validation and integrity check of all data and feeds.</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will provide information about different types of attributes that need to be set within each target system while provisioning.</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Organizational “rollout” within the Customer organization(s) is the responsibility of Customer.</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shall communicate to Saviynt any changes in schedule and availability of project personnel, computing hardware, software, resources, or facilities related to the project at least five (5) business days prior to the change.</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Customer shall resolve all other environmental issues (including but not limited to application server, databases, and network routing)</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Organization change management &amp; communication will be responsibility of Customer.</a:t>
            </a:r>
            <a:endParaRPr/>
          </a:p>
          <a:p>
            <a:pPr indent="-285750" lvl="0" marL="285750" marR="0" rtl="0" algn="just">
              <a:spcBef>
                <a:spcPts val="0"/>
              </a:spcBef>
              <a:spcAft>
                <a:spcPts val="0"/>
              </a:spcAft>
              <a:buClr>
                <a:schemeClr val="lt1"/>
              </a:buClr>
              <a:buSzPts val="1600"/>
              <a:buFont typeface="Arial"/>
              <a:buChar char="•"/>
            </a:pPr>
            <a:r>
              <a:rPr b="0" i="0" lang="en-US" sz="1600" u="none" cap="none" strike="noStrike">
                <a:solidFill>
                  <a:schemeClr val="lt1"/>
                </a:solidFill>
                <a:latin typeface="Avenir"/>
                <a:ea typeface="Avenir"/>
                <a:cs typeface="Avenir"/>
                <a:sym typeface="Avenir"/>
              </a:rPr>
              <a:t>Prerequisite: Connectivity from Saviynt Security Manager (SSM) to Active Directory, AWS and target workloads/environments in scope.</a:t>
            </a:r>
            <a:endParaRPr/>
          </a:p>
          <a:p>
            <a:pPr indent="-171450" lvl="0" marL="2857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venir"/>
              <a:ea typeface="Avenir"/>
              <a:cs typeface="Avenir"/>
              <a:sym typeface="Aveni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Out of Scope</a:t>
            </a:r>
            <a:endParaRPr/>
          </a:p>
        </p:txBody>
      </p:sp>
      <p:sp>
        <p:nvSpPr>
          <p:cNvPr id="257" name="Google Shape;257;p5"/>
          <p:cNvSpPr/>
          <p:nvPr/>
        </p:nvSpPr>
        <p:spPr>
          <a:xfrm>
            <a:off x="540016" y="1159994"/>
            <a:ext cx="11095513" cy="4399649"/>
          </a:xfrm>
          <a:prstGeom prst="rect">
            <a:avLst/>
          </a:prstGeom>
          <a:noFill/>
          <a:ln>
            <a:noFill/>
          </a:ln>
        </p:spPr>
        <p:txBody>
          <a:bodyPr anchorCtr="0" anchor="t" bIns="0" lIns="0" spcFirstLastPara="1" rIns="0" wrap="square" tIns="0">
            <a:noAutofit/>
          </a:bodyPr>
          <a:lstStyle/>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Provisioning, Deprovisioning and JML (Joiner, Mover and Leaver) process for in-scope applications and already onboarding applications.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Active Directory (“AD”) groups creation/management.</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Segregation of Duty (“SOD’), Role engineering and mining.</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Access Request System configuration for in-scope applications.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Custom development for Access Request System (ARS) forms and other items.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Perform organizational change management.</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Configure on-demand reports and/or controls post go-live.</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Configure on-going certifications campaigns or any other operational work. </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Retirement of any existing platforms or products.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Operational support activities.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Development of custom connectors.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Data clean-up, including resolution of incorrect or missing identity correlation data.</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Development or execution of a communication plan.</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Development or execution of test scripts.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Project management and/or coordination of activities between Customer and third-party stakeholders.</a:t>
            </a:r>
            <a:endParaRPr/>
          </a:p>
          <a:p>
            <a:pPr indent="-285750" lvl="0" marL="285750" marR="0" rtl="0" algn="just">
              <a:spcBef>
                <a:spcPts val="0"/>
              </a:spcBef>
              <a:spcAft>
                <a:spcPts val="0"/>
              </a:spcAft>
              <a:buClr>
                <a:schemeClr val="lt1"/>
              </a:buClr>
              <a:buSzPts val="1800"/>
              <a:buFont typeface="Arial"/>
              <a:buChar char="•"/>
            </a:pPr>
            <a:r>
              <a:rPr b="0" i="0" lang="en-US" sz="1800" u="none" cap="none" strike="noStrike">
                <a:solidFill>
                  <a:schemeClr val="lt1"/>
                </a:solidFill>
                <a:latin typeface="Avenir"/>
                <a:ea typeface="Avenir"/>
                <a:cs typeface="Avenir"/>
                <a:sym typeface="Avenir"/>
              </a:rPr>
              <a:t>Product Training and enablement of end Users.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6"/>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Risks and Mitigation</a:t>
            </a:r>
            <a:endParaRPr/>
          </a:p>
        </p:txBody>
      </p:sp>
      <p:sp>
        <p:nvSpPr>
          <p:cNvPr id="263" name="Google Shape;263;p6"/>
          <p:cNvSpPr/>
          <p:nvPr/>
        </p:nvSpPr>
        <p:spPr>
          <a:xfrm>
            <a:off x="540016" y="1159994"/>
            <a:ext cx="11095513" cy="4399649"/>
          </a:xfrm>
          <a:prstGeom prst="rect">
            <a:avLst/>
          </a:prstGeom>
          <a:noFill/>
          <a:ln>
            <a:noFill/>
          </a:ln>
        </p:spPr>
        <p:txBody>
          <a:bodyPr anchorCtr="0" anchor="t" bIns="0" lIns="0" spcFirstLastPara="1" rIns="0" wrap="square" tIns="0">
            <a:noAutofit/>
          </a:bodyPr>
          <a:lstStyle/>
          <a:p>
            <a:pPr indent="-171450" lvl="0" marL="285750" marR="0" rtl="0" algn="just">
              <a:spcBef>
                <a:spcPts val="0"/>
              </a:spcBef>
              <a:spcAft>
                <a:spcPts val="0"/>
              </a:spcAft>
              <a:buClr>
                <a:schemeClr val="dk1"/>
              </a:buClr>
              <a:buSzPts val="1800"/>
              <a:buFont typeface="Arial"/>
              <a:buNone/>
            </a:pPr>
            <a:r>
              <a:t/>
            </a:r>
            <a:endParaRPr b="0" i="0" sz="1800" u="none" cap="none" strike="noStrike">
              <a:solidFill>
                <a:schemeClr val="lt1"/>
              </a:solidFill>
              <a:latin typeface="Avenir"/>
              <a:ea typeface="Avenir"/>
              <a:cs typeface="Avenir"/>
              <a:sym typeface="Avenir"/>
            </a:endParaRPr>
          </a:p>
        </p:txBody>
      </p:sp>
      <p:graphicFrame>
        <p:nvGraphicFramePr>
          <p:cNvPr id="264" name="Google Shape;264;p6"/>
          <p:cNvGraphicFramePr/>
          <p:nvPr/>
        </p:nvGraphicFramePr>
        <p:xfrm>
          <a:off x="556471" y="1298357"/>
          <a:ext cx="3000000" cy="3000000"/>
        </p:xfrm>
        <a:graphic>
          <a:graphicData uri="http://schemas.openxmlformats.org/drawingml/2006/table">
            <a:tbl>
              <a:tblPr bandCol="1" firstRow="1">
                <a:noFill/>
                <a:tableStyleId>{65FCE151-4E82-4A12-A181-992EF7F935D2}</a:tableStyleId>
              </a:tblPr>
              <a:tblGrid>
                <a:gridCol w="3973575"/>
                <a:gridCol w="5486400"/>
              </a:tblGrid>
              <a:tr h="342075">
                <a:tc>
                  <a:txBody>
                    <a:bodyPr/>
                    <a:lstStyle/>
                    <a:p>
                      <a:pPr indent="0" lvl="0" marL="0" marR="0" rtl="0" algn="l">
                        <a:spcBef>
                          <a:spcPts val="0"/>
                        </a:spcBef>
                        <a:spcAft>
                          <a:spcPts val="0"/>
                        </a:spcAft>
                        <a:buNone/>
                      </a:pPr>
                      <a:r>
                        <a:rPr b="0" lang="en-US" sz="1400" u="none" cap="none" strike="noStrike">
                          <a:solidFill>
                            <a:schemeClr val="dk1"/>
                          </a:solidFill>
                          <a:latin typeface="Avenir"/>
                          <a:ea typeface="Avenir"/>
                          <a:cs typeface="Avenir"/>
                          <a:sym typeface="Avenir"/>
                        </a:rPr>
                        <a:t>Risk</a:t>
                      </a:r>
                      <a:endParaRPr b="0" i="0" sz="14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D2F"/>
                    </a:solidFill>
                  </a:tcPr>
                </a:tc>
                <a:tc>
                  <a:txBody>
                    <a:bodyPr/>
                    <a:lstStyle/>
                    <a:p>
                      <a:pPr indent="0" lvl="0" marL="0" marR="0" rtl="0" algn="l">
                        <a:spcBef>
                          <a:spcPts val="0"/>
                        </a:spcBef>
                        <a:spcAft>
                          <a:spcPts val="0"/>
                        </a:spcAft>
                        <a:buNone/>
                      </a:pPr>
                      <a:r>
                        <a:rPr b="0" lang="en-US" sz="1400" u="none" cap="none" strike="noStrike">
                          <a:solidFill>
                            <a:schemeClr val="dk1"/>
                          </a:solidFill>
                          <a:latin typeface="Avenir"/>
                          <a:ea typeface="Avenir"/>
                          <a:cs typeface="Avenir"/>
                          <a:sym typeface="Avenir"/>
                        </a:rPr>
                        <a:t>Mitigation Plan</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D2F"/>
                    </a:solidFill>
                  </a:tcPr>
                </a:tc>
              </a:tr>
              <a:tr h="506375">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Delays in resource Onboarding</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venir"/>
                        <a:buNone/>
                      </a:pPr>
                      <a:r>
                        <a:rPr b="0" lang="en-US" sz="1400" u="none" cap="none" strike="noStrike">
                          <a:solidFill>
                            <a:schemeClr val="lt1"/>
                          </a:solidFill>
                          <a:latin typeface="Avenir"/>
                          <a:ea typeface="Avenir"/>
                          <a:cs typeface="Avenir"/>
                          <a:sym typeface="Avenir"/>
                        </a:rPr>
                        <a:t>Work with [CUSTOMER]  to expedite onboarding and Identify the impact of delay and possible workarounds.</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3975">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SME/POC availability</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US" sz="1400" u="none" cap="none" strike="noStrike">
                          <a:solidFill>
                            <a:schemeClr val="lt1"/>
                          </a:solidFill>
                          <a:latin typeface="Avenir"/>
                          <a:ea typeface="Avenir"/>
                          <a:cs typeface="Avenir"/>
                          <a:sym typeface="Avenir"/>
                        </a:rPr>
                        <a:t>[CUSTOMER] :</a:t>
                      </a:r>
                      <a:r>
                        <a:rPr b="0" lang="en-US" sz="1400" u="none" cap="none" strike="noStrike">
                          <a:solidFill>
                            <a:schemeClr val="lt1"/>
                          </a:solidFill>
                          <a:latin typeface="Avenir"/>
                          <a:ea typeface="Avenir"/>
                          <a:cs typeface="Avenir"/>
                          <a:sym typeface="Avenir"/>
                        </a:rPr>
                        <a:t> Customer point of contacts &amp; Stakeholders are identified and available before the start of the project.</a:t>
                      </a:r>
                      <a:br>
                        <a:rPr b="0" lang="en-US" sz="1400" u="none" cap="none" strike="noStrike">
                          <a:solidFill>
                            <a:schemeClr val="lt1"/>
                          </a:solidFill>
                          <a:latin typeface="Avenir"/>
                          <a:ea typeface="Avenir"/>
                          <a:cs typeface="Avenir"/>
                          <a:sym typeface="Avenir"/>
                        </a:rPr>
                      </a:br>
                      <a:endParaRPr b="0" sz="1400" u="none" cap="none" strike="noStrike">
                        <a:solidFill>
                          <a:schemeClr val="lt1"/>
                        </a:solidFill>
                        <a:latin typeface="Avenir"/>
                        <a:ea typeface="Avenir"/>
                        <a:cs typeface="Avenir"/>
                        <a:sym typeface="Avenir"/>
                      </a:endParaRPr>
                    </a:p>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[PARTNER]</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150">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Delays on requirements Sign-off</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lt1"/>
                        </a:buClr>
                        <a:buSzPts val="1400"/>
                        <a:buFont typeface="Avenir"/>
                        <a:buNone/>
                      </a:pPr>
                      <a:r>
                        <a:rPr b="1" lang="en-US" sz="1400" u="none" cap="none" strike="noStrike">
                          <a:solidFill>
                            <a:schemeClr val="lt1"/>
                          </a:solidFill>
                          <a:latin typeface="Avenir"/>
                          <a:ea typeface="Avenir"/>
                          <a:cs typeface="Avenir"/>
                          <a:sym typeface="Avenir"/>
                        </a:rPr>
                        <a:t>Critical item</a:t>
                      </a:r>
                      <a:r>
                        <a:rPr b="0" lang="en-US" sz="1400" u="none" cap="none" strike="noStrike">
                          <a:solidFill>
                            <a:schemeClr val="lt1"/>
                          </a:solidFill>
                          <a:latin typeface="Avenir"/>
                          <a:ea typeface="Avenir"/>
                          <a:cs typeface="Avenir"/>
                          <a:sym typeface="Avenir"/>
                        </a:rPr>
                        <a:t>. Request customer to signoff to be provided within 5 days.</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9575">
                <a:tc>
                  <a:txBody>
                    <a:bodyPr/>
                    <a:lstStyle/>
                    <a:p>
                      <a:pPr indent="0" lvl="0" marL="0" marR="0" rtl="0" algn="l">
                        <a:spcBef>
                          <a:spcPts val="0"/>
                        </a:spcBef>
                        <a:spcAft>
                          <a:spcPts val="0"/>
                        </a:spcAft>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7"/>
          <p:cNvSpPr txBox="1"/>
          <p:nvPr/>
        </p:nvSpPr>
        <p:spPr>
          <a:xfrm>
            <a:off x="1534142" y="6423722"/>
            <a:ext cx="8977989"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chemeClr val="lt1"/>
                </a:solidFill>
                <a:latin typeface="Avenir"/>
                <a:ea typeface="Avenir"/>
                <a:cs typeface="Avenir"/>
                <a:sym typeface="Avenir"/>
              </a:rPr>
              <a:t>*Timeline is calculated based on our estimates from other engagements and subject to change depending on project constraints</a:t>
            </a:r>
            <a:br>
              <a:rPr b="0" i="0" lang="en-US" sz="1200" u="none" cap="none" strike="noStrike">
                <a:solidFill>
                  <a:schemeClr val="lt1"/>
                </a:solidFill>
                <a:latin typeface="Avenir"/>
                <a:ea typeface="Avenir"/>
                <a:cs typeface="Avenir"/>
                <a:sym typeface="Avenir"/>
              </a:rPr>
            </a:br>
            <a:endParaRPr b="0" i="0" sz="1200" u="none" cap="none" strike="noStrike">
              <a:solidFill>
                <a:schemeClr val="lt1"/>
              </a:solidFill>
              <a:latin typeface="Avenir"/>
              <a:ea typeface="Avenir"/>
              <a:cs typeface="Avenir"/>
              <a:sym typeface="Avenir"/>
            </a:endParaRPr>
          </a:p>
        </p:txBody>
      </p:sp>
      <p:sp>
        <p:nvSpPr>
          <p:cNvPr id="271" name="Google Shape;271;p7"/>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Project Activities &amp; Timeline – Phase-1</a:t>
            </a:r>
            <a:endParaRPr/>
          </a:p>
        </p:txBody>
      </p:sp>
      <p:sp>
        <p:nvSpPr>
          <p:cNvPr id="272" name="Google Shape;272;p7"/>
          <p:cNvSpPr/>
          <p:nvPr/>
        </p:nvSpPr>
        <p:spPr>
          <a:xfrm>
            <a:off x="203607" y="3021709"/>
            <a:ext cx="10952908" cy="1158050"/>
          </a:xfrm>
          <a:prstGeom prst="rect">
            <a:avLst/>
          </a:prstGeom>
          <a:solidFill>
            <a:srgbClr val="CEB2AA"/>
          </a:solidFill>
          <a:ln cap="flat" cmpd="sng" w="127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3" name="Google Shape;273;p7"/>
          <p:cNvSpPr/>
          <p:nvPr/>
        </p:nvSpPr>
        <p:spPr>
          <a:xfrm>
            <a:off x="434858" y="3144987"/>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4" name="Google Shape;274;p7"/>
          <p:cNvSpPr/>
          <p:nvPr/>
        </p:nvSpPr>
        <p:spPr>
          <a:xfrm>
            <a:off x="1511597" y="3144986"/>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5" name="Google Shape;275;p7"/>
          <p:cNvSpPr/>
          <p:nvPr/>
        </p:nvSpPr>
        <p:spPr>
          <a:xfrm>
            <a:off x="2588336" y="3144985"/>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6" name="Google Shape;276;p7"/>
          <p:cNvSpPr/>
          <p:nvPr/>
        </p:nvSpPr>
        <p:spPr>
          <a:xfrm>
            <a:off x="3665075" y="3125106"/>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7" name="Google Shape;277;p7"/>
          <p:cNvSpPr/>
          <p:nvPr/>
        </p:nvSpPr>
        <p:spPr>
          <a:xfrm>
            <a:off x="4741814" y="3125105"/>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8" name="Google Shape;278;p7"/>
          <p:cNvSpPr/>
          <p:nvPr/>
        </p:nvSpPr>
        <p:spPr>
          <a:xfrm>
            <a:off x="5815905" y="3125105"/>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9" name="Google Shape;279;p7"/>
          <p:cNvSpPr/>
          <p:nvPr/>
        </p:nvSpPr>
        <p:spPr>
          <a:xfrm>
            <a:off x="6889996" y="3125104"/>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0" name="Google Shape;280;p7"/>
          <p:cNvSpPr/>
          <p:nvPr/>
        </p:nvSpPr>
        <p:spPr>
          <a:xfrm>
            <a:off x="7964087" y="3125103"/>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1" name="Google Shape;281;p7"/>
          <p:cNvSpPr/>
          <p:nvPr/>
        </p:nvSpPr>
        <p:spPr>
          <a:xfrm>
            <a:off x="9040492" y="3125102"/>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2" name="Google Shape;282;p7"/>
          <p:cNvSpPr/>
          <p:nvPr/>
        </p:nvSpPr>
        <p:spPr>
          <a:xfrm>
            <a:off x="10112269" y="3144984"/>
            <a:ext cx="477078" cy="646043"/>
          </a:xfrm>
          <a:prstGeom prst="diamond">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83" name="Google Shape;283;p7"/>
          <p:cNvSpPr/>
          <p:nvPr/>
        </p:nvSpPr>
        <p:spPr>
          <a:xfrm>
            <a:off x="673397" y="1405533"/>
            <a:ext cx="471115" cy="387626"/>
          </a:xfrm>
          <a:prstGeom prst="homePlate">
            <a:avLst>
              <a:gd fmla="val 50000" name="adj"/>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highlight>
                <a:srgbClr val="00FF00"/>
              </a:highlight>
              <a:latin typeface="Avenir"/>
              <a:ea typeface="Avenir"/>
              <a:cs typeface="Avenir"/>
              <a:sym typeface="Avenir"/>
            </a:endParaRPr>
          </a:p>
        </p:txBody>
      </p:sp>
      <p:cxnSp>
        <p:nvCxnSpPr>
          <p:cNvPr id="284" name="Google Shape;284;p7"/>
          <p:cNvCxnSpPr>
            <a:endCxn id="273" idx="0"/>
          </p:cNvCxnSpPr>
          <p:nvPr/>
        </p:nvCxnSpPr>
        <p:spPr>
          <a:xfrm>
            <a:off x="673397" y="1425387"/>
            <a:ext cx="0" cy="1719600"/>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cxnSp>
        <p:nvCxnSpPr>
          <p:cNvPr id="285" name="Google Shape;285;p7"/>
          <p:cNvCxnSpPr>
            <a:endCxn id="282" idx="0"/>
          </p:cNvCxnSpPr>
          <p:nvPr/>
        </p:nvCxnSpPr>
        <p:spPr>
          <a:xfrm>
            <a:off x="10331308" y="1460784"/>
            <a:ext cx="19500" cy="1684200"/>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cxnSp>
        <p:nvCxnSpPr>
          <p:cNvPr id="286" name="Google Shape;286;p7"/>
          <p:cNvCxnSpPr>
            <a:endCxn id="280" idx="0"/>
          </p:cNvCxnSpPr>
          <p:nvPr/>
        </p:nvCxnSpPr>
        <p:spPr>
          <a:xfrm>
            <a:off x="8202026" y="1405503"/>
            <a:ext cx="600" cy="1719600"/>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sp>
        <p:nvSpPr>
          <p:cNvPr id="287" name="Google Shape;287;p7"/>
          <p:cNvSpPr/>
          <p:nvPr/>
        </p:nvSpPr>
        <p:spPr>
          <a:xfrm>
            <a:off x="8216546" y="1405533"/>
            <a:ext cx="471115" cy="387626"/>
          </a:xfrm>
          <a:prstGeom prst="homePlate">
            <a:avLst>
              <a:gd fmla="val 50000" name="adj"/>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cxnSp>
        <p:nvCxnSpPr>
          <p:cNvPr id="288" name="Google Shape;288;p7"/>
          <p:cNvCxnSpPr>
            <a:endCxn id="278" idx="0"/>
          </p:cNvCxnSpPr>
          <p:nvPr/>
        </p:nvCxnSpPr>
        <p:spPr>
          <a:xfrm>
            <a:off x="6054444" y="1405505"/>
            <a:ext cx="0" cy="1719600"/>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sp>
        <p:nvSpPr>
          <p:cNvPr id="289" name="Google Shape;289;p7"/>
          <p:cNvSpPr/>
          <p:nvPr/>
        </p:nvSpPr>
        <p:spPr>
          <a:xfrm>
            <a:off x="6066055" y="1405533"/>
            <a:ext cx="471115" cy="387626"/>
          </a:xfrm>
          <a:prstGeom prst="homePlate">
            <a:avLst>
              <a:gd fmla="val 50000" name="adj"/>
            </a:avLst>
          </a:prstGeom>
          <a:solidFill>
            <a:schemeClr val="accent4"/>
          </a:solidFill>
          <a:ln cap="flat" cmpd="sng" w="12700">
            <a:solidFill>
              <a:srgbClr val="B689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cxnSp>
        <p:nvCxnSpPr>
          <p:cNvPr id="290" name="Google Shape;290;p7"/>
          <p:cNvCxnSpPr>
            <a:endCxn id="276" idx="0"/>
          </p:cNvCxnSpPr>
          <p:nvPr/>
        </p:nvCxnSpPr>
        <p:spPr>
          <a:xfrm>
            <a:off x="3903614" y="1405506"/>
            <a:ext cx="0" cy="1719600"/>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sp>
        <p:nvSpPr>
          <p:cNvPr id="291" name="Google Shape;291;p7"/>
          <p:cNvSpPr txBox="1"/>
          <p:nvPr/>
        </p:nvSpPr>
        <p:spPr>
          <a:xfrm>
            <a:off x="826439" y="4806369"/>
            <a:ext cx="169940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lt1"/>
                </a:solidFill>
                <a:latin typeface="Avenir"/>
                <a:ea typeface="Avenir"/>
                <a:cs typeface="Avenir"/>
                <a:sym typeface="Avenir"/>
              </a:rPr>
              <a:t>Requirements and Design</a:t>
            </a:r>
            <a:endParaRPr/>
          </a:p>
        </p:txBody>
      </p:sp>
      <p:sp>
        <p:nvSpPr>
          <p:cNvPr id="292" name="Google Shape;292;p7"/>
          <p:cNvSpPr txBox="1"/>
          <p:nvPr/>
        </p:nvSpPr>
        <p:spPr>
          <a:xfrm>
            <a:off x="434858" y="3854842"/>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W1</a:t>
            </a:r>
            <a:endParaRPr/>
          </a:p>
        </p:txBody>
      </p:sp>
      <p:sp>
        <p:nvSpPr>
          <p:cNvPr id="293" name="Google Shape;293;p7"/>
          <p:cNvSpPr txBox="1"/>
          <p:nvPr/>
        </p:nvSpPr>
        <p:spPr>
          <a:xfrm>
            <a:off x="1511597" y="3834962"/>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W2</a:t>
            </a:r>
            <a:endParaRPr/>
          </a:p>
        </p:txBody>
      </p:sp>
      <p:sp>
        <p:nvSpPr>
          <p:cNvPr id="294" name="Google Shape;294;p7"/>
          <p:cNvSpPr txBox="1"/>
          <p:nvPr/>
        </p:nvSpPr>
        <p:spPr>
          <a:xfrm>
            <a:off x="10120213" y="3854839"/>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W10</a:t>
            </a:r>
            <a:endParaRPr/>
          </a:p>
        </p:txBody>
      </p:sp>
      <p:sp>
        <p:nvSpPr>
          <p:cNvPr id="295" name="Google Shape;295;p7"/>
          <p:cNvSpPr txBox="1"/>
          <p:nvPr/>
        </p:nvSpPr>
        <p:spPr>
          <a:xfrm>
            <a:off x="5815905" y="3837412"/>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W6</a:t>
            </a:r>
            <a:endParaRPr/>
          </a:p>
        </p:txBody>
      </p:sp>
      <p:sp>
        <p:nvSpPr>
          <p:cNvPr id="296" name="Google Shape;296;p7"/>
          <p:cNvSpPr txBox="1"/>
          <p:nvPr/>
        </p:nvSpPr>
        <p:spPr>
          <a:xfrm>
            <a:off x="4725414" y="3834960"/>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W5</a:t>
            </a:r>
            <a:endParaRPr/>
          </a:p>
        </p:txBody>
      </p:sp>
      <p:sp>
        <p:nvSpPr>
          <p:cNvPr id="297" name="Google Shape;297;p7"/>
          <p:cNvSpPr txBox="1"/>
          <p:nvPr/>
        </p:nvSpPr>
        <p:spPr>
          <a:xfrm>
            <a:off x="3665075" y="3834961"/>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W4</a:t>
            </a:r>
            <a:endParaRPr/>
          </a:p>
        </p:txBody>
      </p:sp>
      <p:sp>
        <p:nvSpPr>
          <p:cNvPr id="298" name="Google Shape;298;p7"/>
          <p:cNvSpPr txBox="1"/>
          <p:nvPr/>
        </p:nvSpPr>
        <p:spPr>
          <a:xfrm>
            <a:off x="2588336" y="3834962"/>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W3</a:t>
            </a:r>
            <a:endParaRPr/>
          </a:p>
        </p:txBody>
      </p:sp>
      <p:sp>
        <p:nvSpPr>
          <p:cNvPr id="299" name="Google Shape;299;p7"/>
          <p:cNvSpPr txBox="1"/>
          <p:nvPr/>
        </p:nvSpPr>
        <p:spPr>
          <a:xfrm>
            <a:off x="9043807" y="3834947"/>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W9</a:t>
            </a:r>
            <a:endParaRPr/>
          </a:p>
        </p:txBody>
      </p:sp>
      <p:sp>
        <p:nvSpPr>
          <p:cNvPr id="300" name="Google Shape;300;p7"/>
          <p:cNvSpPr txBox="1"/>
          <p:nvPr/>
        </p:nvSpPr>
        <p:spPr>
          <a:xfrm>
            <a:off x="7964087" y="3834947"/>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W8</a:t>
            </a:r>
            <a:endParaRPr/>
          </a:p>
        </p:txBody>
      </p:sp>
      <p:sp>
        <p:nvSpPr>
          <p:cNvPr id="301" name="Google Shape;301;p7"/>
          <p:cNvSpPr txBox="1"/>
          <p:nvPr/>
        </p:nvSpPr>
        <p:spPr>
          <a:xfrm>
            <a:off x="6862827" y="3834951"/>
            <a:ext cx="70236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W7</a:t>
            </a:r>
            <a:endParaRPr/>
          </a:p>
        </p:txBody>
      </p:sp>
      <p:sp>
        <p:nvSpPr>
          <p:cNvPr id="302" name="Google Shape;302;p7"/>
          <p:cNvSpPr txBox="1"/>
          <p:nvPr/>
        </p:nvSpPr>
        <p:spPr>
          <a:xfrm>
            <a:off x="705882" y="1856970"/>
            <a:ext cx="102835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Project Start</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Date</a:t>
            </a:r>
            <a:endParaRPr/>
          </a:p>
        </p:txBody>
      </p:sp>
      <p:sp>
        <p:nvSpPr>
          <p:cNvPr id="303" name="Google Shape;303;p7"/>
          <p:cNvSpPr txBox="1"/>
          <p:nvPr/>
        </p:nvSpPr>
        <p:spPr>
          <a:xfrm>
            <a:off x="3881751" y="1792065"/>
            <a:ext cx="151807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Integrated [CUSTOMER]  </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Vault – Dev *</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Date</a:t>
            </a:r>
            <a:endParaRPr/>
          </a:p>
        </p:txBody>
      </p:sp>
      <p:sp>
        <p:nvSpPr>
          <p:cNvPr id="304" name="Google Shape;304;p7"/>
          <p:cNvSpPr txBox="1"/>
          <p:nvPr/>
        </p:nvSpPr>
        <p:spPr>
          <a:xfrm>
            <a:off x="8225182" y="1871685"/>
            <a:ext cx="9452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CPAM Go-Live</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date</a:t>
            </a:r>
            <a:endParaRPr/>
          </a:p>
        </p:txBody>
      </p:sp>
      <p:sp>
        <p:nvSpPr>
          <p:cNvPr id="305" name="Google Shape;305;p7"/>
          <p:cNvSpPr txBox="1"/>
          <p:nvPr/>
        </p:nvSpPr>
        <p:spPr>
          <a:xfrm>
            <a:off x="5987896" y="1870320"/>
            <a:ext cx="10216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UAT Start</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Date</a:t>
            </a:r>
            <a:endParaRPr/>
          </a:p>
        </p:txBody>
      </p:sp>
      <p:sp>
        <p:nvSpPr>
          <p:cNvPr id="306" name="Google Shape;306;p7"/>
          <p:cNvSpPr/>
          <p:nvPr/>
        </p:nvSpPr>
        <p:spPr>
          <a:xfrm>
            <a:off x="644230" y="4462063"/>
            <a:ext cx="2180003" cy="303914"/>
          </a:xfrm>
          <a:prstGeom prst="homePlate">
            <a:avLst>
              <a:gd fmla="val 50000" name="adj"/>
            </a:avLst>
          </a:prstGeom>
          <a:solidFill>
            <a:schemeClr val="accent2"/>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07" name="Google Shape;307;p7"/>
          <p:cNvSpPr/>
          <p:nvPr/>
        </p:nvSpPr>
        <p:spPr>
          <a:xfrm>
            <a:off x="2824854" y="4685476"/>
            <a:ext cx="3265705" cy="303914"/>
          </a:xfrm>
          <a:prstGeom prst="homePlate">
            <a:avLst>
              <a:gd fmla="val 50000" name="adj"/>
            </a:avLst>
          </a:prstGeom>
          <a:solidFill>
            <a:schemeClr val="accent2"/>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08" name="Google Shape;308;p7"/>
          <p:cNvSpPr/>
          <p:nvPr/>
        </p:nvSpPr>
        <p:spPr>
          <a:xfrm>
            <a:off x="6066054" y="5035666"/>
            <a:ext cx="2201507" cy="300828"/>
          </a:xfrm>
          <a:prstGeom prst="homePlate">
            <a:avLst>
              <a:gd fmla="val 50000" name="adj"/>
            </a:avLst>
          </a:prstGeom>
          <a:solidFill>
            <a:schemeClr val="accent2"/>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09" name="Google Shape;309;p7"/>
          <p:cNvSpPr/>
          <p:nvPr/>
        </p:nvSpPr>
        <p:spPr>
          <a:xfrm>
            <a:off x="8249650" y="5362798"/>
            <a:ext cx="2290678" cy="300828"/>
          </a:xfrm>
          <a:prstGeom prst="homePlate">
            <a:avLst>
              <a:gd fmla="val 50000" name="adj"/>
            </a:avLst>
          </a:prstGeom>
          <a:solidFill>
            <a:schemeClr val="accent2"/>
          </a:solid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10" name="Google Shape;310;p7"/>
          <p:cNvSpPr txBox="1"/>
          <p:nvPr/>
        </p:nvSpPr>
        <p:spPr>
          <a:xfrm>
            <a:off x="3430277" y="5098757"/>
            <a:ext cx="187433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venir"/>
                <a:ea typeface="Avenir"/>
                <a:cs typeface="Avenir"/>
                <a:sym typeface="Avenir"/>
              </a:rPr>
              <a:t>Implementation</a:t>
            </a:r>
            <a:endParaRPr/>
          </a:p>
        </p:txBody>
      </p:sp>
      <p:sp>
        <p:nvSpPr>
          <p:cNvPr id="311" name="Google Shape;311;p7"/>
          <p:cNvSpPr txBox="1"/>
          <p:nvPr/>
        </p:nvSpPr>
        <p:spPr>
          <a:xfrm>
            <a:off x="6123157" y="5426161"/>
            <a:ext cx="187433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venir"/>
                <a:ea typeface="Avenir"/>
                <a:cs typeface="Avenir"/>
                <a:sym typeface="Avenir"/>
              </a:rPr>
              <a:t>UAT and Go Live</a:t>
            </a:r>
            <a:endParaRPr/>
          </a:p>
        </p:txBody>
      </p:sp>
      <p:sp>
        <p:nvSpPr>
          <p:cNvPr id="312" name="Google Shape;312;p7"/>
          <p:cNvSpPr txBox="1"/>
          <p:nvPr/>
        </p:nvSpPr>
        <p:spPr>
          <a:xfrm>
            <a:off x="8523694" y="5776050"/>
            <a:ext cx="17425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venir"/>
                <a:ea typeface="Avenir"/>
                <a:cs typeface="Avenir"/>
                <a:sym typeface="Avenir"/>
              </a:rPr>
              <a:t>Hyper Care</a:t>
            </a:r>
            <a:endParaRPr/>
          </a:p>
        </p:txBody>
      </p:sp>
      <p:cxnSp>
        <p:nvCxnSpPr>
          <p:cNvPr id="313" name="Google Shape;313;p7"/>
          <p:cNvCxnSpPr/>
          <p:nvPr/>
        </p:nvCxnSpPr>
        <p:spPr>
          <a:xfrm>
            <a:off x="7128535" y="1450306"/>
            <a:ext cx="0" cy="1699684"/>
          </a:xfrm>
          <a:prstGeom prst="straightConnector1">
            <a:avLst/>
          </a:prstGeom>
          <a:noFill/>
          <a:ln cap="flat" cmpd="sng" w="19050">
            <a:solidFill>
              <a:schemeClr val="accent4"/>
            </a:solidFill>
            <a:prstDash val="solid"/>
            <a:round/>
            <a:headEnd len="sm" w="sm" type="none"/>
            <a:tailEnd len="sm" w="sm" type="none"/>
          </a:ln>
          <a:effectLst>
            <a:outerShdw blurRad="38100" rotWithShape="0" algn="ctr" dir="5400000" dist="12700">
              <a:srgbClr val="000000">
                <a:alpha val="62745"/>
              </a:srgbClr>
            </a:outerShdw>
          </a:effectLst>
        </p:spPr>
      </p:cxnSp>
      <p:sp>
        <p:nvSpPr>
          <p:cNvPr id="314" name="Google Shape;314;p7"/>
          <p:cNvSpPr txBox="1"/>
          <p:nvPr/>
        </p:nvSpPr>
        <p:spPr>
          <a:xfrm>
            <a:off x="7060322" y="1833858"/>
            <a:ext cx="1090853"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Upgrade </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Hyper Care</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Complete - Prod</a:t>
            </a:r>
            <a:endParaRPr/>
          </a:p>
          <a:p>
            <a:pPr indent="0" lvl="0" marL="0" marR="0" rtl="0" algn="l">
              <a:spcBef>
                <a:spcPts val="0"/>
              </a:spcBef>
              <a:spcAft>
                <a:spcPts val="0"/>
              </a:spcAft>
              <a:buNone/>
            </a:pPr>
            <a:r>
              <a:rPr lang="en-US" sz="1200">
                <a:solidFill>
                  <a:schemeClr val="lt1"/>
                </a:solidFill>
                <a:latin typeface="Avenir"/>
                <a:ea typeface="Avenir"/>
                <a:cs typeface="Avenir"/>
                <a:sym typeface="Avenir"/>
              </a:rPr>
              <a:t>Date *</a:t>
            </a:r>
            <a:endParaRPr/>
          </a:p>
        </p:txBody>
      </p:sp>
      <p:sp>
        <p:nvSpPr>
          <p:cNvPr id="315" name="Google Shape;315;p7"/>
          <p:cNvSpPr/>
          <p:nvPr/>
        </p:nvSpPr>
        <p:spPr>
          <a:xfrm>
            <a:off x="10341025" y="1456860"/>
            <a:ext cx="471115" cy="387626"/>
          </a:xfrm>
          <a:prstGeom prst="homePlate">
            <a:avLst>
              <a:gd fmla="val 50000" name="adj"/>
            </a:avLst>
          </a:prstGeom>
          <a:solidFill>
            <a:srgbClr val="FFC000"/>
          </a:soli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venir"/>
              <a:ea typeface="Avenir"/>
              <a:cs typeface="Avenir"/>
              <a:sym typeface="Avenir"/>
            </a:endParaRPr>
          </a:p>
        </p:txBody>
      </p:sp>
      <p:sp>
        <p:nvSpPr>
          <p:cNvPr id="316" name="Google Shape;316;p7"/>
          <p:cNvSpPr/>
          <p:nvPr/>
        </p:nvSpPr>
        <p:spPr>
          <a:xfrm>
            <a:off x="3898318" y="1395855"/>
            <a:ext cx="471115" cy="387626"/>
          </a:xfrm>
          <a:prstGeom prst="homePlate">
            <a:avLst>
              <a:gd fmla="val 50000" name="adj"/>
            </a:avLst>
          </a:prstGeom>
          <a:gradFill>
            <a:gsLst>
              <a:gs pos="0">
                <a:srgbClr val="FEE2BC"/>
              </a:gs>
              <a:gs pos="100000">
                <a:srgbClr val="FCD7A1"/>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venir"/>
              <a:ea typeface="Avenir"/>
              <a:cs typeface="Avenir"/>
              <a:sym typeface="Avenir"/>
            </a:endParaRPr>
          </a:p>
        </p:txBody>
      </p:sp>
      <p:sp>
        <p:nvSpPr>
          <p:cNvPr id="317" name="Google Shape;317;p7"/>
          <p:cNvSpPr/>
          <p:nvPr/>
        </p:nvSpPr>
        <p:spPr>
          <a:xfrm>
            <a:off x="7137164" y="1440279"/>
            <a:ext cx="471115" cy="387626"/>
          </a:xfrm>
          <a:prstGeom prst="homePlate">
            <a:avLst>
              <a:gd fmla="val 50000" name="adj"/>
            </a:avLst>
          </a:prstGeom>
          <a:gradFill>
            <a:gsLst>
              <a:gs pos="0">
                <a:srgbClr val="FEE2BC"/>
              </a:gs>
              <a:gs pos="100000">
                <a:srgbClr val="FCD7A1"/>
              </a:gs>
            </a:gsLst>
            <a:lin ang="5400000" scaled="0"/>
          </a:gradFill>
          <a:ln cap="flat" cmpd="sng" w="9525">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venir"/>
              <a:ea typeface="Avenir"/>
              <a:cs typeface="Avenir"/>
              <a:sym typeface="Avenir"/>
            </a:endParaRPr>
          </a:p>
        </p:txBody>
      </p:sp>
      <p:sp>
        <p:nvSpPr>
          <p:cNvPr id="318" name="Google Shape;318;p7"/>
          <p:cNvSpPr txBox="1"/>
          <p:nvPr/>
        </p:nvSpPr>
        <p:spPr>
          <a:xfrm>
            <a:off x="10331448" y="1894313"/>
            <a:ext cx="102243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Avenir"/>
                <a:ea typeface="Avenir"/>
                <a:cs typeface="Avenir"/>
                <a:sym typeface="Avenir"/>
              </a:rPr>
              <a:t>CPAM Hyper Care</a:t>
            </a:r>
            <a:endParaRPr/>
          </a:p>
          <a:p>
            <a:pPr indent="0" lvl="0" marL="0" marR="0" rtl="0" algn="l">
              <a:spcBef>
                <a:spcPts val="0"/>
              </a:spcBef>
              <a:spcAft>
                <a:spcPts val="0"/>
              </a:spcAft>
              <a:buNone/>
            </a:pPr>
            <a:r>
              <a:rPr lang="en-US" sz="1200">
                <a:solidFill>
                  <a:schemeClr val="lt1"/>
                </a:solidFill>
                <a:latin typeface="Avenir"/>
                <a:ea typeface="Avenir"/>
                <a:cs typeface="Avenir"/>
                <a:sym typeface="Avenir"/>
              </a:rPr>
              <a:t>Complete</a:t>
            </a:r>
            <a:br>
              <a:rPr lang="en-US" sz="1200">
                <a:solidFill>
                  <a:schemeClr val="lt1"/>
                </a:solidFill>
                <a:latin typeface="Avenir"/>
                <a:ea typeface="Avenir"/>
                <a:cs typeface="Avenir"/>
                <a:sym typeface="Avenir"/>
              </a:rPr>
            </a:br>
            <a:r>
              <a:rPr lang="en-US" sz="1200">
                <a:solidFill>
                  <a:schemeClr val="lt1"/>
                </a:solidFill>
                <a:latin typeface="Avenir"/>
                <a:ea typeface="Avenir"/>
                <a:cs typeface="Avenir"/>
                <a:sym typeface="Avenir"/>
              </a:rPr>
              <a:t>Date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8"/>
          <p:cNvSpPr txBox="1"/>
          <p:nvPr>
            <p:ph type="title"/>
          </p:nvPr>
        </p:nvSpPr>
        <p:spPr>
          <a:xfrm>
            <a:off x="422572" y="434278"/>
            <a:ext cx="11346857" cy="443198"/>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Montserrat SemiBold"/>
              <a:buNone/>
            </a:pPr>
            <a:r>
              <a:rPr lang="en-US">
                <a:highlight>
                  <a:srgbClr val="FFFF00"/>
                </a:highlight>
              </a:rPr>
              <a:t>[</a:t>
            </a:r>
            <a:r>
              <a:rPr lang="en-US">
                <a:solidFill>
                  <a:schemeClr val="dk1"/>
                </a:solidFill>
                <a:highlight>
                  <a:srgbClr val="FFFF00"/>
                </a:highlight>
              </a:rPr>
              <a:t>PARTNER</a:t>
            </a:r>
            <a:r>
              <a:rPr lang="en-US">
                <a:highlight>
                  <a:srgbClr val="FFFF00"/>
                </a:highlight>
              </a:rPr>
              <a:t>] </a:t>
            </a:r>
            <a:r>
              <a:rPr lang="en-US"/>
              <a:t>Team </a:t>
            </a:r>
            <a:endParaRPr/>
          </a:p>
        </p:txBody>
      </p:sp>
      <p:graphicFrame>
        <p:nvGraphicFramePr>
          <p:cNvPr id="325" name="Google Shape;325;p8"/>
          <p:cNvGraphicFramePr/>
          <p:nvPr/>
        </p:nvGraphicFramePr>
        <p:xfrm>
          <a:off x="472281" y="950303"/>
          <a:ext cx="3000000" cy="3000000"/>
        </p:xfrm>
        <a:graphic>
          <a:graphicData uri="http://schemas.openxmlformats.org/drawingml/2006/table">
            <a:tbl>
              <a:tblPr bandCol="1" firstRow="1">
                <a:noFill/>
                <a:tableStyleId>{65FCE151-4E82-4A12-A181-992EF7F935D2}</a:tableStyleId>
              </a:tblPr>
              <a:tblGrid>
                <a:gridCol w="1835150"/>
                <a:gridCol w="2286000"/>
                <a:gridCol w="2675875"/>
                <a:gridCol w="4550425"/>
              </a:tblGrid>
              <a:tr h="391050">
                <a:tc>
                  <a:txBody>
                    <a:bodyPr/>
                    <a:lstStyle/>
                    <a:p>
                      <a:pPr indent="0" lvl="0" marL="0" marR="0" rtl="0" algn="l">
                        <a:spcBef>
                          <a:spcPts val="0"/>
                        </a:spcBef>
                        <a:spcAft>
                          <a:spcPts val="0"/>
                        </a:spcAft>
                        <a:buNone/>
                      </a:pPr>
                      <a:r>
                        <a:rPr lang="en-US" sz="1600" u="none" cap="none" strike="noStrike">
                          <a:solidFill>
                            <a:schemeClr val="dk1"/>
                          </a:solidFill>
                          <a:latin typeface="Avenir"/>
                          <a:ea typeface="Avenir"/>
                          <a:cs typeface="Avenir"/>
                          <a:sym typeface="Avenir"/>
                        </a:rPr>
                        <a:t>Role</a:t>
                      </a:r>
                      <a:endParaRPr b="1" i="0" sz="16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4"/>
                    </a:solidFill>
                  </a:tcPr>
                </a:tc>
                <a:tc>
                  <a:txBody>
                    <a:bodyPr/>
                    <a:lstStyle/>
                    <a:p>
                      <a:pPr indent="0" lvl="0" marL="0" marR="0" rtl="0" algn="l">
                        <a:spcBef>
                          <a:spcPts val="0"/>
                        </a:spcBef>
                        <a:spcAft>
                          <a:spcPts val="0"/>
                        </a:spcAft>
                        <a:buNone/>
                      </a:pPr>
                      <a:r>
                        <a:rPr lang="en-US" sz="1600" u="none" cap="none" strike="noStrike">
                          <a:solidFill>
                            <a:schemeClr val="dk1"/>
                          </a:solidFill>
                          <a:latin typeface="Avenir"/>
                          <a:ea typeface="Avenir"/>
                          <a:cs typeface="Avenir"/>
                          <a:sym typeface="Avenir"/>
                        </a:rPr>
                        <a:t>Name</a:t>
                      </a:r>
                      <a:endParaRPr b="1" i="0" sz="16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4"/>
                    </a:solidFill>
                  </a:tcPr>
                </a:tc>
                <a:tc>
                  <a:txBody>
                    <a:bodyPr/>
                    <a:lstStyle/>
                    <a:p>
                      <a:pPr indent="0" lvl="0" marL="0" marR="0" rtl="0" algn="l">
                        <a:spcBef>
                          <a:spcPts val="0"/>
                        </a:spcBef>
                        <a:spcAft>
                          <a:spcPts val="0"/>
                        </a:spcAft>
                        <a:buNone/>
                      </a:pPr>
                      <a:r>
                        <a:rPr lang="en-US" sz="1600" u="none" cap="none" strike="noStrike">
                          <a:solidFill>
                            <a:schemeClr val="dk1"/>
                          </a:solidFill>
                          <a:latin typeface="Avenir"/>
                          <a:ea typeface="Avenir"/>
                          <a:cs typeface="Avenir"/>
                          <a:sym typeface="Avenir"/>
                        </a:rPr>
                        <a:t>Title</a:t>
                      </a:r>
                      <a:endParaRPr b="1" i="0" sz="16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4"/>
                    </a:solidFill>
                  </a:tcPr>
                </a:tc>
                <a:tc>
                  <a:txBody>
                    <a:bodyPr/>
                    <a:lstStyle/>
                    <a:p>
                      <a:pPr indent="0" lvl="0" marL="0" marR="0" rtl="0" algn="l">
                        <a:spcBef>
                          <a:spcPts val="0"/>
                        </a:spcBef>
                        <a:spcAft>
                          <a:spcPts val="0"/>
                        </a:spcAft>
                        <a:buNone/>
                      </a:pPr>
                      <a:r>
                        <a:rPr lang="en-US" sz="1600" u="none" cap="none" strike="noStrike">
                          <a:solidFill>
                            <a:schemeClr val="dk1"/>
                          </a:solidFill>
                          <a:latin typeface="Avenir"/>
                          <a:ea typeface="Avenir"/>
                          <a:cs typeface="Avenir"/>
                          <a:sym typeface="Avenir"/>
                        </a:rPr>
                        <a:t>Responsibility</a:t>
                      </a:r>
                      <a:endParaRPr b="1" i="0" sz="16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4"/>
                    </a:solidFill>
                  </a:tcPr>
                </a:tc>
              </a:tr>
              <a:tr h="335200">
                <a:tc rowSpan="3">
                  <a:txBody>
                    <a:bodyPr/>
                    <a:lstStyle/>
                    <a:p>
                      <a:pPr indent="0" lvl="0" marL="0" marR="0" rtl="0" algn="l">
                        <a:spcBef>
                          <a:spcPts val="0"/>
                        </a:spcBef>
                        <a:spcAft>
                          <a:spcPts val="0"/>
                        </a:spcAft>
                        <a:buNone/>
                      </a:pPr>
                      <a:r>
                        <a:rPr b="1" lang="en-US" sz="1200" u="none" cap="none" strike="noStrike">
                          <a:solidFill>
                            <a:schemeClr val="lt1"/>
                          </a:solidFill>
                          <a:latin typeface="Avenir"/>
                          <a:ea typeface="Avenir"/>
                          <a:cs typeface="Avenir"/>
                          <a:sym typeface="Avenir"/>
                        </a:rPr>
                        <a:t>Account Level Management</a:t>
                      </a:r>
                      <a:endParaRPr b="1"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86150">
                <a:tc vMerge="1"/>
                <a:tc>
                  <a:txBody>
                    <a:bodyPr/>
                    <a:lstStyle/>
                    <a:p>
                      <a:pPr indent="0" lvl="0" marL="0" marR="0" rtl="0" algn="l">
                        <a:spcBef>
                          <a:spcPts val="0"/>
                        </a:spcBef>
                        <a:spcAft>
                          <a:spcPts val="0"/>
                        </a:spcAft>
                        <a:buNone/>
                      </a:pPr>
                      <a:r>
                        <a:t/>
                      </a:r>
                      <a:endParaRPr b="0"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b="1"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670375">
                <a:tc vMerge="1"/>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35200">
                <a:tc rowSpan="4">
                  <a:txBody>
                    <a:bodyPr/>
                    <a:lstStyle/>
                    <a:p>
                      <a:pPr indent="0" lvl="0" marL="0" marR="0" rtl="0" algn="l">
                        <a:spcBef>
                          <a:spcPts val="0"/>
                        </a:spcBef>
                        <a:spcAft>
                          <a:spcPts val="0"/>
                        </a:spcAft>
                        <a:buNone/>
                      </a:pPr>
                      <a:r>
                        <a:rPr b="1" lang="en-US" sz="1200" u="none" cap="none" strike="noStrike">
                          <a:solidFill>
                            <a:schemeClr val="lt1"/>
                          </a:solidFill>
                          <a:latin typeface="Avenir"/>
                          <a:ea typeface="Avenir"/>
                          <a:cs typeface="Avenir"/>
                          <a:sym typeface="Avenir"/>
                        </a:rPr>
                        <a:t>Project Team</a:t>
                      </a:r>
                      <a:endParaRPr/>
                    </a:p>
                    <a:p>
                      <a:pPr indent="0" lvl="0" marL="0" marR="0" rtl="0" algn="l">
                        <a:spcBef>
                          <a:spcPts val="0"/>
                        </a:spcBef>
                        <a:spcAft>
                          <a:spcPts val="0"/>
                        </a:spcAft>
                        <a:buNone/>
                      </a:pPr>
                      <a:r>
                        <a:t/>
                      </a:r>
                      <a:endParaRPr sz="1200" u="none" cap="none" strike="noStrike">
                        <a:solidFill>
                          <a:schemeClr val="lt1"/>
                        </a:solidFill>
                        <a:latin typeface="Avenir"/>
                        <a:ea typeface="Avenir"/>
                        <a:cs typeface="Avenir"/>
                        <a:sym typeface="Aveni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02775">
                <a:tc vMerge="1"/>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25000">
                <a:tc vMerge="1"/>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725000">
                <a:tc vMerge="1"/>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venir"/>
                        <a:buNone/>
                      </a:pPr>
                      <a:r>
                        <a:t/>
                      </a:r>
                      <a:endParaRPr sz="12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9"/>
          <p:cNvSpPr txBox="1"/>
          <p:nvPr>
            <p:ph type="title"/>
          </p:nvPr>
        </p:nvSpPr>
        <p:spPr>
          <a:xfrm>
            <a:off x="422275" y="108443"/>
            <a:ext cx="11347450" cy="442913"/>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Montserrat SemiBold"/>
              <a:buNone/>
            </a:pPr>
            <a:r>
              <a:rPr lang="en-US"/>
              <a:t> [CUSTOMER]  CPAM Project Team </a:t>
            </a:r>
            <a:endParaRPr/>
          </a:p>
        </p:txBody>
      </p:sp>
      <p:graphicFrame>
        <p:nvGraphicFramePr>
          <p:cNvPr id="332" name="Google Shape;332;p9"/>
          <p:cNvGraphicFramePr/>
          <p:nvPr/>
        </p:nvGraphicFramePr>
        <p:xfrm>
          <a:off x="847541" y="989901"/>
          <a:ext cx="3000000" cy="3000000"/>
        </p:xfrm>
        <a:graphic>
          <a:graphicData uri="http://schemas.openxmlformats.org/drawingml/2006/table">
            <a:tbl>
              <a:tblPr bandCol="1" firstRow="1">
                <a:noFill/>
                <a:tableStyleId>{65FCE151-4E82-4A12-A181-992EF7F935D2}</a:tableStyleId>
              </a:tblPr>
              <a:tblGrid>
                <a:gridCol w="3073900"/>
                <a:gridCol w="3030725"/>
                <a:gridCol w="3030725"/>
              </a:tblGrid>
              <a:tr h="342075">
                <a:tc>
                  <a:txBody>
                    <a:bodyPr/>
                    <a:lstStyle/>
                    <a:p>
                      <a:pPr indent="0" lvl="0" marL="0" marR="0" rtl="0" algn="l">
                        <a:spcBef>
                          <a:spcPts val="0"/>
                        </a:spcBef>
                        <a:spcAft>
                          <a:spcPts val="0"/>
                        </a:spcAft>
                        <a:buNone/>
                      </a:pPr>
                      <a:r>
                        <a:rPr b="0" lang="en-US" sz="1400" u="none" cap="none" strike="noStrike">
                          <a:solidFill>
                            <a:schemeClr val="dk1"/>
                          </a:solidFill>
                          <a:latin typeface="Avenir"/>
                          <a:ea typeface="Avenir"/>
                          <a:cs typeface="Avenir"/>
                          <a:sym typeface="Avenir"/>
                        </a:rPr>
                        <a:t>Role</a:t>
                      </a:r>
                      <a:endParaRPr b="0" i="0" sz="14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D2F"/>
                    </a:solidFill>
                  </a:tcPr>
                </a:tc>
                <a:tc>
                  <a:txBody>
                    <a:bodyPr/>
                    <a:lstStyle/>
                    <a:p>
                      <a:pPr indent="0" lvl="0" marL="0" marR="0" rtl="0" algn="l">
                        <a:spcBef>
                          <a:spcPts val="0"/>
                        </a:spcBef>
                        <a:spcAft>
                          <a:spcPts val="0"/>
                        </a:spcAft>
                        <a:buNone/>
                      </a:pPr>
                      <a:r>
                        <a:rPr b="0" lang="en-US" sz="1400" u="none" cap="none" strike="noStrike">
                          <a:solidFill>
                            <a:schemeClr val="dk1"/>
                          </a:solidFill>
                          <a:latin typeface="Avenir"/>
                          <a:ea typeface="Avenir"/>
                          <a:cs typeface="Avenir"/>
                          <a:sym typeface="Avenir"/>
                        </a:rPr>
                        <a:t>Name</a:t>
                      </a:r>
                      <a:endParaRPr b="0" i="0" sz="1400" u="none" cap="none" strike="noStrike">
                        <a:solidFill>
                          <a:schemeClr val="dk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D2F"/>
                    </a:solidFill>
                  </a:tcPr>
                </a:tc>
                <a:tc>
                  <a:txBody>
                    <a:bodyPr/>
                    <a:lstStyle/>
                    <a:p>
                      <a:pPr indent="0" lvl="0" marL="0" marR="0" rtl="0" algn="l">
                        <a:spcBef>
                          <a:spcPts val="0"/>
                        </a:spcBef>
                        <a:spcAft>
                          <a:spcPts val="0"/>
                        </a:spcAft>
                        <a:buNone/>
                      </a:pPr>
                      <a:r>
                        <a:rPr b="0" i="0" lang="en-US" sz="1400" u="none" cap="none" strike="noStrike">
                          <a:solidFill>
                            <a:schemeClr val="dk1"/>
                          </a:solidFill>
                          <a:latin typeface="Avenir"/>
                          <a:ea typeface="Avenir"/>
                          <a:cs typeface="Avenir"/>
                          <a:sym typeface="Avenir"/>
                        </a:rPr>
                        <a:t>Title</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ABD2F"/>
                    </a:solidFill>
                  </a:tcPr>
                </a:tc>
              </a:tr>
              <a:tr h="506375">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Executive Sponsor</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3975">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Project Leader</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150">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Solution Architect</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9575">
                <a:tc>
                  <a:txBody>
                    <a:bodyPr/>
                    <a:lstStyle/>
                    <a:p>
                      <a:pPr indent="0" lvl="0" marL="0" marR="0" rtl="0" algn="l">
                        <a:spcBef>
                          <a:spcPts val="0"/>
                        </a:spcBef>
                        <a:spcAft>
                          <a:spcPts val="0"/>
                        </a:spcAft>
                        <a:buNone/>
                      </a:pPr>
                      <a:r>
                        <a:rPr b="0" lang="en-US" sz="1400" u="none" cap="none" strike="noStrike">
                          <a:solidFill>
                            <a:schemeClr val="lt1"/>
                          </a:solidFill>
                          <a:latin typeface="Avenir"/>
                          <a:ea typeface="Avenir"/>
                          <a:cs typeface="Avenir"/>
                          <a:sym typeface="Avenir"/>
                        </a:rPr>
                        <a:t>PMO</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2575">
                <a:tc>
                  <a:txBody>
                    <a:bodyPr/>
                    <a:lstStyle/>
                    <a:p>
                      <a:pPr indent="0" lvl="0" marL="0" marR="0" rtl="0" algn="l">
                        <a:lnSpc>
                          <a:spcPct val="100000"/>
                        </a:lnSpc>
                        <a:spcBef>
                          <a:spcPts val="0"/>
                        </a:spcBef>
                        <a:spcAft>
                          <a:spcPts val="0"/>
                        </a:spcAft>
                        <a:buClr>
                          <a:schemeClr val="lt1"/>
                        </a:buClr>
                        <a:buSzPts val="1400"/>
                        <a:buFont typeface="Avenir"/>
                        <a:buNone/>
                      </a:pPr>
                      <a:r>
                        <a:rPr b="0" lang="en-US" sz="1400" u="none" cap="none" strike="noStrike">
                          <a:solidFill>
                            <a:schemeClr val="lt1"/>
                          </a:solidFill>
                          <a:latin typeface="Avenir"/>
                          <a:ea typeface="Avenir"/>
                          <a:cs typeface="Avenir"/>
                          <a:sym typeface="Avenir"/>
                        </a:rPr>
                        <a:t>Manager IAM</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3425">
                <a:tc>
                  <a:txBody>
                    <a:bodyPr/>
                    <a:lstStyle/>
                    <a:p>
                      <a:pPr indent="0" lvl="0" marL="0" marR="0" rtl="0" algn="l">
                        <a:lnSpc>
                          <a:spcPct val="100000"/>
                        </a:lnSpc>
                        <a:spcBef>
                          <a:spcPts val="0"/>
                        </a:spcBef>
                        <a:spcAft>
                          <a:spcPts val="0"/>
                        </a:spcAft>
                        <a:buClr>
                          <a:schemeClr val="lt1"/>
                        </a:buClr>
                        <a:buSzPts val="1400"/>
                        <a:buFont typeface="Avenir"/>
                        <a:buNone/>
                      </a:pPr>
                      <a:r>
                        <a:rPr b="0" lang="en-US" sz="1400" u="none" cap="none" strike="noStrike">
                          <a:solidFill>
                            <a:schemeClr val="lt1"/>
                          </a:solidFill>
                          <a:latin typeface="Avenir"/>
                          <a:ea typeface="Avenir"/>
                          <a:cs typeface="Avenir"/>
                          <a:sym typeface="Avenir"/>
                        </a:rPr>
                        <a:t>SME1</a:t>
                      </a: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3425">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3425">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3425">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Avenir"/>
                        <a:buNone/>
                      </a:pPr>
                      <a:r>
                        <a:t/>
                      </a:r>
                      <a:endParaRPr b="0" sz="1400" u="none" cap="none" strike="noStrike">
                        <a:solidFill>
                          <a:schemeClr val="lt1"/>
                        </a:solidFill>
                        <a:latin typeface="Avenir"/>
                        <a:ea typeface="Avenir"/>
                        <a:cs typeface="Avenir"/>
                        <a:sym typeface="Avenir"/>
                      </a:endParaRPr>
                    </a:p>
                  </a:txBody>
                  <a:tcPr marT="91450" marB="91450"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0"/>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Saviynt RACI – Phase 1</a:t>
            </a:r>
            <a:endParaRPr>
              <a:highlight>
                <a:srgbClr val="FABD2F"/>
              </a:highlight>
            </a:endParaRPr>
          </a:p>
        </p:txBody>
      </p:sp>
      <p:graphicFrame>
        <p:nvGraphicFramePr>
          <p:cNvPr id="338" name="Google Shape;338;p10"/>
          <p:cNvGraphicFramePr/>
          <p:nvPr/>
        </p:nvGraphicFramePr>
        <p:xfrm>
          <a:off x="777769" y="1560539"/>
          <a:ext cx="3000000" cy="3000000"/>
        </p:xfrm>
        <a:graphic>
          <a:graphicData uri="http://schemas.openxmlformats.org/drawingml/2006/table">
            <a:tbl>
              <a:tblPr>
                <a:noFill/>
                <a:tableStyleId>{0D2B043E-5104-4EE2-9786-1D81475B674F}</a:tableStyleId>
              </a:tblPr>
              <a:tblGrid>
                <a:gridCol w="766200"/>
                <a:gridCol w="7336650"/>
                <a:gridCol w="1541625"/>
                <a:gridCol w="1180300"/>
              </a:tblGrid>
              <a:tr h="471500">
                <a:tc>
                  <a:txBody>
                    <a:bodyPr/>
                    <a:lstStyle/>
                    <a:p>
                      <a:pPr indent="0" lvl="0" marL="0" marR="0" rtl="0" algn="ctr">
                        <a:spcBef>
                          <a:spcPts val="0"/>
                        </a:spcBef>
                        <a:spcAft>
                          <a:spcPts val="0"/>
                        </a:spcAft>
                        <a:buNone/>
                      </a:pPr>
                      <a:r>
                        <a:rPr lang="en-US" sz="1600" u="none" cap="none" strike="noStrike">
                          <a:solidFill>
                            <a:schemeClr val="lt1"/>
                          </a:solidFill>
                        </a:rPr>
                        <a:t>Stage</a:t>
                      </a:r>
                      <a:endParaRPr b="1" i="0" sz="1600" u="none" cap="none" strike="noStrike">
                        <a:solidFill>
                          <a:schemeClr val="lt1"/>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4385F"/>
                    </a:solidFill>
                  </a:tcPr>
                </a:tc>
                <a:tc>
                  <a:txBody>
                    <a:bodyPr/>
                    <a:lstStyle/>
                    <a:p>
                      <a:pPr indent="0" lvl="0" marL="0" marR="0" rtl="0" algn="ctr">
                        <a:spcBef>
                          <a:spcPts val="0"/>
                        </a:spcBef>
                        <a:spcAft>
                          <a:spcPts val="0"/>
                        </a:spcAft>
                        <a:buNone/>
                      </a:pPr>
                      <a:r>
                        <a:rPr lang="en-US" sz="1600" u="none" cap="none" strike="noStrike">
                          <a:solidFill>
                            <a:schemeClr val="lt1"/>
                          </a:solidFill>
                        </a:rPr>
                        <a:t>Saviynt CPAM Cloud Managed Platform RACI</a:t>
                      </a:r>
                      <a:endParaRPr b="1" i="0" sz="1600" u="none" cap="none" strike="noStrike">
                        <a:solidFill>
                          <a:schemeClr val="lt1"/>
                        </a:solidFill>
                        <a:latin typeface="Calibri"/>
                        <a:ea typeface="Calibri"/>
                        <a:cs typeface="Calibri"/>
                        <a:sym typeface="Calibri"/>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4385F"/>
                    </a:solidFill>
                  </a:tcPr>
                </a:tc>
                <a:tc>
                  <a:txBody>
                    <a:bodyPr/>
                    <a:lstStyle/>
                    <a:p>
                      <a:pPr indent="0" lvl="0" marL="0" marR="0" rtl="0" algn="ctr">
                        <a:spcBef>
                          <a:spcPts val="0"/>
                        </a:spcBef>
                        <a:spcAft>
                          <a:spcPts val="0"/>
                        </a:spcAft>
                        <a:buNone/>
                      </a:pPr>
                      <a:r>
                        <a:rPr b="1" i="0" lang="en-US" sz="1600" u="none" cap="none" strike="noStrike">
                          <a:solidFill>
                            <a:schemeClr val="lt1"/>
                          </a:solidFill>
                          <a:latin typeface="Calibri"/>
                          <a:ea typeface="Calibri"/>
                          <a:cs typeface="Calibri"/>
                          <a:sym typeface="Calibri"/>
                        </a:rPr>
                        <a:t>[PARTNER]</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4385F"/>
                    </a:solidFill>
                  </a:tcPr>
                </a:tc>
                <a:tc>
                  <a:txBody>
                    <a:bodyPr/>
                    <a:lstStyle/>
                    <a:p>
                      <a:pPr indent="0" lvl="0" marL="0" marR="0" rtl="0" algn="ctr">
                        <a:spcBef>
                          <a:spcPts val="0"/>
                        </a:spcBef>
                        <a:spcAft>
                          <a:spcPts val="0"/>
                        </a:spcAft>
                        <a:buNone/>
                      </a:pPr>
                      <a:r>
                        <a:rPr b="1" i="0" lang="en-US" sz="1600" u="none" cap="none" strike="noStrike">
                          <a:solidFill>
                            <a:schemeClr val="lt1"/>
                          </a:solidFill>
                          <a:latin typeface="Calibri"/>
                          <a:ea typeface="Calibri"/>
                          <a:cs typeface="Calibri"/>
                          <a:sym typeface="Calibri"/>
                        </a:rPr>
                        <a:t>[CUSTOMER] </a:t>
                      </a:r>
                      <a:endParaRPr/>
                    </a:p>
                  </a:txBody>
                  <a:tcPr marT="9525" marB="0" marR="9525" marL="9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14385F"/>
                    </a:solidFill>
                  </a:tcPr>
                </a:tc>
              </a:tr>
              <a:tr h="227575">
                <a:tc rowSpan="16">
                  <a:txBody>
                    <a:bodyPr/>
                    <a:lstStyle/>
                    <a:p>
                      <a:pPr indent="0" lvl="0" marL="0" marR="0" rtl="0" algn="ctr">
                        <a:spcBef>
                          <a:spcPts val="0"/>
                        </a:spcBef>
                        <a:spcAft>
                          <a:spcPts val="0"/>
                        </a:spcAft>
                        <a:buNone/>
                      </a:pPr>
                      <a:r>
                        <a:rPr b="0" lang="en-US" sz="2400" u="none" cap="none" strike="noStrike"/>
                        <a:t>Implementation</a:t>
                      </a:r>
                      <a:endParaRPr b="0" i="0" sz="2400" u="none" cap="none" strike="noStrike">
                        <a:solidFill>
                          <a:srgbClr val="000000"/>
                        </a:solidFill>
                        <a:latin typeface="Calibri"/>
                        <a:ea typeface="Calibri"/>
                        <a:cs typeface="Calibri"/>
                        <a:sym typeface="Calibri"/>
                      </a:endParaRPr>
                    </a:p>
                  </a:txBody>
                  <a:tcPr marT="9525" marB="0" marR="9525" marL="9525" anchor="ctr">
                    <a:lnT cap="flat" cmpd="sng" w="12700">
                      <a:solidFill>
                        <a:schemeClr val="dk1"/>
                      </a:solidFill>
                      <a:prstDash val="solid"/>
                      <a:round/>
                      <a:headEnd len="sm" w="sm" type="none"/>
                      <a:tailEnd len="sm" w="sm" type="none"/>
                    </a:lnT>
                  </a:tcPr>
                </a:tc>
                <a:tc>
                  <a:txBody>
                    <a:bodyPr/>
                    <a:lstStyle/>
                    <a:p>
                      <a:pPr indent="0" lvl="0" marL="0" marR="0" rtl="0" algn="l">
                        <a:spcBef>
                          <a:spcPts val="0"/>
                        </a:spcBef>
                        <a:spcAft>
                          <a:spcPts val="0"/>
                        </a:spcAft>
                        <a:buNone/>
                      </a:pPr>
                      <a:r>
                        <a:rPr b="1" lang="en-US" sz="1400" u="none" cap="none" strike="noStrike"/>
                        <a:t>Build</a:t>
                      </a:r>
                      <a:endParaRPr b="1" i="0" sz="1400" u="none" cap="none" strike="noStrike">
                        <a:solidFill>
                          <a:srgbClr val="000000"/>
                        </a:solidFill>
                        <a:latin typeface="Calibri"/>
                        <a:ea typeface="Calibri"/>
                        <a:cs typeface="Calibri"/>
                        <a:sym typeface="Calibri"/>
                      </a:endParaRPr>
                    </a:p>
                  </a:txBody>
                  <a:tcPr marT="9525" marB="0" marR="9525" marL="9525" anchor="b">
                    <a:lnT cap="flat" cmpd="sng" w="12700">
                      <a:solidFill>
                        <a:schemeClr val="dk1"/>
                      </a:solidFill>
                      <a:prstDash val="solid"/>
                      <a:round/>
                      <a:headEnd len="sm" w="sm" type="none"/>
                      <a:tailEnd len="sm" w="sm" type="none"/>
                    </a:lnT>
                    <a:solidFill>
                      <a:srgbClr val="FABD2F"/>
                    </a:solidFill>
                  </a:tcPr>
                </a:tc>
                <a:tc>
                  <a:txBody>
                    <a:bodyPr/>
                    <a:lstStyle/>
                    <a:p>
                      <a:pPr indent="0" lvl="0" marL="0" marR="0" rtl="0" algn="ctr">
                        <a:spcBef>
                          <a:spcPts val="0"/>
                        </a:spcBef>
                        <a:spcAft>
                          <a:spcPts val="0"/>
                        </a:spcAft>
                        <a:buNone/>
                      </a:pPr>
                      <a:r>
                        <a:rPr lang="en-US" sz="1400" u="none" cap="none" strike="noStrike"/>
                        <a:t> </a:t>
                      </a:r>
                      <a:endParaRPr b="0" i="0" sz="1400" u="none" cap="none" strike="noStrike">
                        <a:solidFill>
                          <a:srgbClr val="000000"/>
                        </a:solidFill>
                        <a:latin typeface="Calibri"/>
                        <a:ea typeface="Calibri"/>
                        <a:cs typeface="Calibri"/>
                        <a:sym typeface="Calibri"/>
                      </a:endParaRPr>
                    </a:p>
                  </a:txBody>
                  <a:tcPr marT="9525" marB="0" marR="9525" marL="9525" anchor="ctr">
                    <a:lnT cap="flat" cmpd="sng" w="12700">
                      <a:solidFill>
                        <a:schemeClr val="dk1"/>
                      </a:solidFill>
                      <a:prstDash val="solid"/>
                      <a:round/>
                      <a:headEnd len="sm" w="sm" type="none"/>
                      <a:tailEnd len="sm" w="sm" type="none"/>
                    </a:lnT>
                    <a:solidFill>
                      <a:srgbClr val="FABD2F"/>
                    </a:solidFill>
                  </a:tcPr>
                </a:tc>
                <a:tc>
                  <a:txBody>
                    <a:bodyPr/>
                    <a:lstStyle/>
                    <a:p>
                      <a:pPr indent="0" lvl="0" marL="0" marR="0" rtl="0" algn="ctr">
                        <a:spcBef>
                          <a:spcPts val="0"/>
                        </a:spcBef>
                        <a:spcAft>
                          <a:spcPts val="0"/>
                        </a:spcAft>
                        <a:buNone/>
                      </a:pPr>
                      <a:r>
                        <a:rPr lang="en-US" sz="1400" u="none" cap="none" strike="noStrike"/>
                        <a:t> </a:t>
                      </a:r>
                      <a:endParaRPr b="0" i="0" sz="1400" u="none" cap="none" strike="noStrike">
                        <a:solidFill>
                          <a:srgbClr val="000000"/>
                        </a:solidFill>
                        <a:latin typeface="Calibri"/>
                        <a:ea typeface="Calibri"/>
                        <a:cs typeface="Calibri"/>
                        <a:sym typeface="Calibri"/>
                      </a:endParaRPr>
                    </a:p>
                  </a:txBody>
                  <a:tcPr marT="9525" marB="0" marR="9525" marL="9525" anchor="ctr">
                    <a:lnT cap="flat" cmpd="sng" w="12700">
                      <a:solidFill>
                        <a:schemeClr val="dk1"/>
                      </a:solidFill>
                      <a:prstDash val="solid"/>
                      <a:round/>
                      <a:headEnd len="sm" w="sm" type="none"/>
                      <a:tailEnd len="sm" w="sm" type="none"/>
                    </a:lnT>
                    <a:solidFill>
                      <a:srgbClr val="FABD2F"/>
                    </a:solidFill>
                  </a:tcPr>
                </a:tc>
              </a:tr>
              <a:tr h="227575">
                <a:tc vMerge="1"/>
                <a:tc>
                  <a:txBody>
                    <a:bodyPr/>
                    <a:lstStyle/>
                    <a:p>
                      <a:pPr indent="0" lvl="0" marL="0" marR="0" rtl="0" algn="l">
                        <a:spcBef>
                          <a:spcPts val="0"/>
                        </a:spcBef>
                        <a:spcAft>
                          <a:spcPts val="0"/>
                        </a:spcAft>
                        <a:buNone/>
                      </a:pPr>
                      <a:r>
                        <a:rPr lang="en-US" sz="1400" u="none" cap="none" strike="noStrike"/>
                        <a:t>Saviynt Application Setup in Environment</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lang="en-US" sz="1400" u="none" cap="none" strike="noStrike"/>
                        <a:t>R, A, C</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c>
                  <a:txBody>
                    <a:bodyPr/>
                    <a:lstStyle/>
                    <a:p>
                      <a:pPr indent="0" lvl="0" marL="0" marR="0" rtl="0" algn="ctr">
                        <a:spcBef>
                          <a:spcPts val="0"/>
                        </a:spcBef>
                        <a:spcAft>
                          <a:spcPts val="0"/>
                        </a:spcAft>
                        <a:buNone/>
                      </a:pPr>
                      <a:r>
                        <a:rPr lang="en-US" sz="1400" u="none" cap="none" strike="noStrike"/>
                        <a:t>I,A</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Requirement Definition</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400" u="none" cap="none" strike="noStrike"/>
                        <a:t>C, I</a:t>
                      </a:r>
                      <a:endParaRPr b="0" i="0" sz="1400" u="none" cap="none" strike="noStrike">
                        <a:solidFill>
                          <a:srgbClr val="000000"/>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lang="en-US" sz="1400" u="none" cap="none" strike="noStrike"/>
                        <a:t>R,A</a:t>
                      </a:r>
                      <a:endParaRPr b="0" i="0" sz="1400" u="none" cap="none" strike="noStrike">
                        <a:solidFill>
                          <a:srgbClr val="000000"/>
                        </a:solidFill>
                        <a:latin typeface="Calibri"/>
                        <a:ea typeface="Calibri"/>
                        <a:cs typeface="Calibri"/>
                        <a:sym typeface="Calibri"/>
                      </a:endParaRPr>
                    </a:p>
                  </a:txBody>
                  <a:tcPr marT="9525" marB="0" marR="9525" marL="9525" anchor="ctr"/>
                </a:tc>
              </a:tr>
              <a:tr h="227575">
                <a:tc vMerge="1"/>
                <a:tc>
                  <a:txBody>
                    <a:bodyPr/>
                    <a:lstStyle/>
                    <a:p>
                      <a:pPr indent="0" lvl="0" marL="0" marR="0" rtl="0" algn="l">
                        <a:spcBef>
                          <a:spcPts val="0"/>
                        </a:spcBef>
                        <a:spcAft>
                          <a:spcPts val="0"/>
                        </a:spcAft>
                        <a:buNone/>
                      </a:pPr>
                      <a:r>
                        <a:rPr lang="en-US" sz="1400" u="none" cap="none" strike="noStrike"/>
                        <a:t>Architecture and Design</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a:t>
                      </a:r>
                      <a:endParaRPr/>
                    </a:p>
                  </a:txBody>
                  <a:tcPr marT="9525" marB="0" marR="9525" marL="9525" anchor="ctr">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C,I,A</a:t>
                      </a:r>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Saviynt Configuration (Connectors, Workflows, tasks, jobs, Bootstrapping, policies, etc.)</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a:t>
                      </a:r>
                      <a:endParaRPr/>
                    </a:p>
                  </a:txBody>
                  <a:tcPr marT="9525" marB="0" marR="9525" marL="9525" anchor="ct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C,I,A</a:t>
                      </a:r>
                      <a:endParaRPr/>
                    </a:p>
                  </a:txBody>
                  <a:tcPr marT="9525" marB="0" marR="9525" marL="9525" anchor="ctr"/>
                </a:tc>
              </a:tr>
              <a:tr h="227575">
                <a:tc vMerge="1"/>
                <a:tc>
                  <a:txBody>
                    <a:bodyPr/>
                    <a:lstStyle/>
                    <a:p>
                      <a:pPr indent="0" lvl="0" marL="0" marR="0" rtl="0" algn="l">
                        <a:spcBef>
                          <a:spcPts val="0"/>
                        </a:spcBef>
                        <a:spcAft>
                          <a:spcPts val="0"/>
                        </a:spcAft>
                        <a:buNone/>
                      </a:pPr>
                      <a:r>
                        <a:rPr lang="en-US" sz="1400" u="none" cap="none" strike="noStrike"/>
                        <a:t>Data Setup in Saviynt (Users, Accounts, Policies, UserGroups, Roles, etc.)</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A</a:t>
                      </a:r>
                      <a:endParaRPr/>
                    </a:p>
                  </a:txBody>
                  <a:tcPr marT="9525" marB="0" marR="9525" marL="9525" anchor="ctr">
                    <a:solidFill>
                      <a:schemeClr val="lt1"/>
                    </a:solidFill>
                  </a:tcPr>
                </a:tc>
                <a:tc>
                  <a:txBody>
                    <a:bodyPr/>
                    <a:lstStyle/>
                    <a:p>
                      <a:pPr indent="0" lvl="0" marL="0" marR="0" rtl="0" algn="ctr">
                        <a:spcBef>
                          <a:spcPts val="0"/>
                        </a:spcBef>
                        <a:spcAft>
                          <a:spcPts val="0"/>
                        </a:spcAft>
                        <a:buNone/>
                      </a:pPr>
                      <a:r>
                        <a:rPr lang="en-US" sz="1400" u="none" cap="none" strike="noStrike"/>
                        <a:t>R</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r>
              <a:tr h="218900">
                <a:tc vMerge="1"/>
                <a:tc>
                  <a:txBody>
                    <a:bodyPr/>
                    <a:lstStyle/>
                    <a:p>
                      <a:pPr indent="0" lvl="0" marL="0" marR="0" rtl="0" algn="l">
                        <a:spcBef>
                          <a:spcPts val="0"/>
                        </a:spcBef>
                        <a:spcAft>
                          <a:spcPts val="0"/>
                        </a:spcAft>
                        <a:buNone/>
                      </a:pPr>
                      <a:r>
                        <a:rPr lang="en-US" sz="1400" u="none" cap="none" strike="noStrike"/>
                        <a:t>UI Changes</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400" u="none" cap="none" strike="noStrike"/>
                        <a:t>R</a:t>
                      </a:r>
                      <a:endParaRPr b="0" i="0" sz="1400" u="none" cap="none" strike="noStrike">
                        <a:solidFill>
                          <a:srgbClr val="000000"/>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lang="en-US" sz="1400" u="none" cap="none" strike="noStrike"/>
                        <a:t>I</a:t>
                      </a:r>
                      <a:endParaRPr b="0" i="0" sz="1400" u="none" cap="none" strike="noStrike">
                        <a:solidFill>
                          <a:srgbClr val="000000"/>
                        </a:solidFill>
                        <a:latin typeface="Calibri"/>
                        <a:ea typeface="Calibri"/>
                        <a:cs typeface="Calibri"/>
                        <a:sym typeface="Calibri"/>
                      </a:endParaRPr>
                    </a:p>
                  </a:txBody>
                  <a:tcPr marT="9525" marB="0" marR="9525" marL="9525" anchor="ctr"/>
                </a:tc>
              </a:tr>
              <a:tr h="227575">
                <a:tc vMerge="1"/>
                <a:tc>
                  <a:txBody>
                    <a:bodyPr/>
                    <a:lstStyle/>
                    <a:p>
                      <a:pPr indent="0" lvl="0" marL="0" marR="0" rtl="0" algn="l">
                        <a:spcBef>
                          <a:spcPts val="0"/>
                        </a:spcBef>
                        <a:spcAft>
                          <a:spcPts val="0"/>
                        </a:spcAft>
                        <a:buNone/>
                      </a:pPr>
                      <a:r>
                        <a:rPr lang="en-US" sz="1400" u="none" cap="none" strike="noStrike"/>
                        <a:t>Connections to Upstream/downstream applications</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t>
                      </a:r>
                      <a:endParaRPr/>
                    </a:p>
                  </a:txBody>
                  <a:tcPr marT="9525" marB="0" marR="9525" marL="9525" anchor="ctr">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C,I,A</a:t>
                      </a:r>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Application and workloads on-boarding</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t>
                      </a:r>
                      <a:endParaRPr/>
                    </a:p>
                  </a:txBody>
                  <a:tcPr marT="9525" marB="0" marR="9525" marL="9525" anchor="ct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A,C,I</a:t>
                      </a:r>
                      <a:endParaRPr/>
                    </a:p>
                  </a:txBody>
                  <a:tcPr marT="9525" marB="0" marR="9525" marL="9525" anchor="ctr"/>
                </a:tc>
              </a:tr>
              <a:tr h="218900">
                <a:tc vMerge="1"/>
                <a:tc>
                  <a:txBody>
                    <a:bodyPr/>
                    <a:lstStyle/>
                    <a:p>
                      <a:pPr indent="0" lvl="0" marL="0" marR="0" rtl="0" algn="l">
                        <a:spcBef>
                          <a:spcPts val="0"/>
                        </a:spcBef>
                        <a:spcAft>
                          <a:spcPts val="0"/>
                        </a:spcAft>
                        <a:buNone/>
                      </a:pPr>
                      <a:r>
                        <a:rPr lang="en-US" sz="1400" u="none" cap="none" strike="noStrike"/>
                        <a:t>Project Management</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C</a:t>
                      </a:r>
                      <a:endParaRPr/>
                    </a:p>
                  </a:txBody>
                  <a:tcPr marT="9525" marB="0" marR="9525" marL="9525" anchor="ctr">
                    <a:solidFill>
                      <a:schemeClr val="lt1"/>
                    </a:solidFill>
                  </a:tcPr>
                </a:tc>
                <a:tc>
                  <a:txBody>
                    <a:bodyPr/>
                    <a:lstStyle/>
                    <a:p>
                      <a:pPr indent="0" lvl="0" marL="0" marR="0" rtl="0" algn="ctr">
                        <a:spcBef>
                          <a:spcPts val="0"/>
                        </a:spcBef>
                        <a:spcAft>
                          <a:spcPts val="0"/>
                        </a:spcAft>
                        <a:buNone/>
                      </a:pPr>
                      <a:r>
                        <a:rPr lang="en-US" sz="1400" u="none" cap="none" strike="noStrike"/>
                        <a:t>R, A</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Quality Assurance</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t>
                      </a:r>
                      <a:endParaRPr/>
                    </a:p>
                  </a:txBody>
                  <a:tcPr marT="9525" marB="0" marR="9525" marL="9525" anchor="ctr"/>
                </a:tc>
                <a:tc>
                  <a:txBody>
                    <a:bodyPr/>
                    <a:lstStyle/>
                    <a:p>
                      <a:pPr indent="0" lvl="0" marL="0" marR="0" rtl="0" algn="ctr">
                        <a:spcBef>
                          <a:spcPts val="0"/>
                        </a:spcBef>
                        <a:spcAft>
                          <a:spcPts val="0"/>
                        </a:spcAft>
                        <a:buNone/>
                      </a:pPr>
                      <a:r>
                        <a:rPr lang="en-US" sz="1400" u="none" cap="none" strike="noStrike"/>
                        <a:t>R</a:t>
                      </a:r>
                      <a:endParaRPr b="0" i="0" sz="1400" u="none" cap="none" strike="noStrike">
                        <a:solidFill>
                          <a:srgbClr val="000000"/>
                        </a:solidFill>
                        <a:latin typeface="Calibri"/>
                        <a:ea typeface="Calibri"/>
                        <a:cs typeface="Calibri"/>
                        <a:sym typeface="Calibri"/>
                      </a:endParaRPr>
                    </a:p>
                  </a:txBody>
                  <a:tcPr marT="9525" marB="0" marR="9525" marL="9525" anchor="ctr"/>
                </a:tc>
              </a:tr>
              <a:tr h="218900">
                <a:tc vMerge="1"/>
                <a:tc>
                  <a:txBody>
                    <a:bodyPr/>
                    <a:lstStyle/>
                    <a:p>
                      <a:pPr indent="0" lvl="0" marL="0" marR="0" rtl="0" algn="l">
                        <a:spcBef>
                          <a:spcPts val="0"/>
                        </a:spcBef>
                        <a:spcAft>
                          <a:spcPts val="0"/>
                        </a:spcAft>
                        <a:buNone/>
                      </a:pPr>
                      <a:r>
                        <a:rPr lang="en-US" sz="1400" u="none" cap="none" strike="noStrike"/>
                        <a:t>Environment Configurations (Platform)</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lang="en-US" sz="1400" u="none" cap="none" strike="noStrike"/>
                        <a:t>R</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c>
                  <a:txBody>
                    <a:bodyPr/>
                    <a:lstStyle/>
                    <a:p>
                      <a:pPr indent="0" lvl="0" marL="0" marR="0" rtl="0" algn="ctr">
                        <a:spcBef>
                          <a:spcPts val="0"/>
                        </a:spcBef>
                        <a:spcAft>
                          <a:spcPts val="0"/>
                        </a:spcAft>
                        <a:buNone/>
                      </a:pPr>
                      <a:r>
                        <a:rPr lang="en-US" sz="1400" u="none" cap="none" strike="noStrike"/>
                        <a:t>I</a:t>
                      </a:r>
                      <a:endParaRPr b="0" i="0" sz="1400" u="none" cap="none" strike="noStrike">
                        <a:solidFill>
                          <a:srgbClr val="000000"/>
                        </a:solidFill>
                        <a:latin typeface="Calibri"/>
                        <a:ea typeface="Calibri"/>
                        <a:cs typeface="Calibri"/>
                        <a:sym typeface="Calibri"/>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Performance Optimization and Tuning</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lang="en-US" sz="1400" u="none" cap="none" strike="noStrike"/>
                        <a:t>R</a:t>
                      </a:r>
                      <a:endParaRPr b="0" i="0" sz="1400" u="none" cap="none" strike="noStrike">
                        <a:solidFill>
                          <a:srgbClr val="000000"/>
                        </a:solidFill>
                        <a:latin typeface="Calibri"/>
                        <a:ea typeface="Calibri"/>
                        <a:cs typeface="Calibri"/>
                        <a:sym typeface="Calibri"/>
                      </a:endParaRPr>
                    </a:p>
                  </a:txBody>
                  <a:tcPr marT="9525" marB="0" marR="9525" marL="9525" anchor="ctr"/>
                </a:tc>
                <a:tc>
                  <a:txBody>
                    <a:bodyPr/>
                    <a:lstStyle/>
                    <a:p>
                      <a:pPr indent="0" lvl="0" marL="0" marR="0" rtl="0" algn="ctr">
                        <a:spcBef>
                          <a:spcPts val="0"/>
                        </a:spcBef>
                        <a:spcAft>
                          <a:spcPts val="0"/>
                        </a:spcAft>
                        <a:buNone/>
                      </a:pPr>
                      <a:r>
                        <a:rPr lang="en-US" sz="1400" u="none" cap="none" strike="noStrike"/>
                        <a:t>I</a:t>
                      </a:r>
                      <a:endParaRPr b="0" i="0" sz="1400" u="none" cap="none" strike="noStrike">
                        <a:solidFill>
                          <a:srgbClr val="000000"/>
                        </a:solidFill>
                        <a:latin typeface="Calibri"/>
                        <a:ea typeface="Calibri"/>
                        <a:cs typeface="Calibri"/>
                        <a:sym typeface="Calibri"/>
                      </a:endParaRPr>
                    </a:p>
                  </a:txBody>
                  <a:tcPr marT="9525" marB="0" marR="9525" marL="9525" anchor="ctr"/>
                </a:tc>
              </a:tr>
              <a:tr h="227575">
                <a:tc vMerge="1"/>
                <a:tc>
                  <a:txBody>
                    <a:bodyPr/>
                    <a:lstStyle/>
                    <a:p>
                      <a:pPr indent="0" lvl="0" marL="0" marR="0" rtl="0" algn="l">
                        <a:spcBef>
                          <a:spcPts val="0"/>
                        </a:spcBef>
                        <a:spcAft>
                          <a:spcPts val="0"/>
                        </a:spcAft>
                        <a:buNone/>
                      </a:pPr>
                      <a:r>
                        <a:rPr b="1" lang="en-US" sz="1400" u="none" cap="none" strike="noStrike"/>
                        <a:t>Roll Out</a:t>
                      </a:r>
                      <a:endParaRPr b="1" i="0" sz="1400" u="none" cap="none" strike="noStrike">
                        <a:solidFill>
                          <a:srgbClr val="000000"/>
                        </a:solidFill>
                        <a:latin typeface="Calibri"/>
                        <a:ea typeface="Calibri"/>
                        <a:cs typeface="Calibri"/>
                        <a:sym typeface="Calibri"/>
                      </a:endParaRPr>
                    </a:p>
                  </a:txBody>
                  <a:tcPr marT="9525" marB="0" marR="9525" marL="9525" anchor="b">
                    <a:solidFill>
                      <a:srgbClr val="FABD2F"/>
                    </a:solidFill>
                  </a:tcPr>
                </a:tc>
                <a:tc>
                  <a:txBody>
                    <a:bodyPr/>
                    <a:lstStyle/>
                    <a:p>
                      <a:pPr indent="0" lvl="0" marL="0" marR="0" rtl="0" algn="ctr">
                        <a:spcBef>
                          <a:spcPts val="0"/>
                        </a:spcBef>
                        <a:spcAft>
                          <a:spcPts val="0"/>
                        </a:spcAft>
                        <a:buNone/>
                      </a:pPr>
                      <a:r>
                        <a:rPr lang="en-US" sz="1400" u="none" cap="none" strike="noStrike"/>
                        <a:t> </a:t>
                      </a:r>
                      <a:endParaRPr b="0" i="0" sz="1400" u="none" cap="none" strike="noStrike">
                        <a:solidFill>
                          <a:srgbClr val="000000"/>
                        </a:solidFill>
                        <a:latin typeface="Calibri"/>
                        <a:ea typeface="Calibri"/>
                        <a:cs typeface="Calibri"/>
                        <a:sym typeface="Calibri"/>
                      </a:endParaRPr>
                    </a:p>
                  </a:txBody>
                  <a:tcPr marT="9525" marB="0" marR="9525" marL="9525" anchor="ctr">
                    <a:solidFill>
                      <a:srgbClr val="FABD2F"/>
                    </a:solidFill>
                  </a:tcPr>
                </a:tc>
                <a:tc>
                  <a:txBody>
                    <a:bodyPr/>
                    <a:lstStyle/>
                    <a:p>
                      <a:pPr indent="0" lvl="0" marL="0" marR="0" rtl="0" algn="ctr">
                        <a:spcBef>
                          <a:spcPts val="0"/>
                        </a:spcBef>
                        <a:spcAft>
                          <a:spcPts val="0"/>
                        </a:spcAft>
                        <a:buNone/>
                      </a:pPr>
                      <a:r>
                        <a:rPr lang="en-US" sz="1400" u="none" cap="none" strike="noStrike"/>
                        <a:t> </a:t>
                      </a:r>
                      <a:endParaRPr b="0" i="0" sz="1400" u="none" cap="none" strike="noStrike">
                        <a:solidFill>
                          <a:srgbClr val="000000"/>
                        </a:solidFill>
                        <a:latin typeface="Calibri"/>
                        <a:ea typeface="Calibri"/>
                        <a:cs typeface="Calibri"/>
                        <a:sym typeface="Calibri"/>
                      </a:endParaRPr>
                    </a:p>
                  </a:txBody>
                  <a:tcPr marT="9525" marB="0" marR="9525" marL="9525" anchor="ctr">
                    <a:solidFill>
                      <a:srgbClr val="FABD2F"/>
                    </a:solidFill>
                  </a:tcPr>
                </a:tc>
              </a:tr>
              <a:tr h="227575">
                <a:tc vMerge="1"/>
                <a:tc>
                  <a:txBody>
                    <a:bodyPr/>
                    <a:lstStyle/>
                    <a:p>
                      <a:pPr indent="0" lvl="0" marL="0" marR="0" rtl="0" algn="l">
                        <a:spcBef>
                          <a:spcPts val="0"/>
                        </a:spcBef>
                        <a:spcAft>
                          <a:spcPts val="0"/>
                        </a:spcAft>
                        <a:buNone/>
                      </a:pPr>
                      <a:r>
                        <a:rPr lang="en-US" sz="1400" u="none" cap="none" strike="noStrike"/>
                        <a:t>Migration of configuration across environments (Dev-to-prod)</a:t>
                      </a:r>
                      <a:endParaRPr b="0" i="0" sz="1400" u="none" cap="none" strike="noStrike">
                        <a:solidFill>
                          <a:srgbClr val="000000"/>
                        </a:solidFill>
                        <a:latin typeface="Calibri"/>
                        <a:ea typeface="Calibri"/>
                        <a:cs typeface="Calibri"/>
                        <a:sym typeface="Calibri"/>
                      </a:endParaRPr>
                    </a:p>
                  </a:txBody>
                  <a:tcPr marT="9525" marB="0" marR="9525" marL="9525" anchor="b">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t>
                      </a:r>
                      <a:endParaRPr/>
                    </a:p>
                  </a:txBody>
                  <a:tcPr marT="9525" marB="0" marR="9525" marL="9525" anchor="ctr">
                    <a:solidFill>
                      <a:schemeClr val="lt1"/>
                    </a:solidFill>
                  </a:tcP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C,I</a:t>
                      </a:r>
                      <a:endParaRPr/>
                    </a:p>
                  </a:txBody>
                  <a:tcPr marT="9525" marB="0" marR="9525" marL="9525" anchor="ctr">
                    <a:solidFill>
                      <a:schemeClr val="lt1"/>
                    </a:solidFill>
                  </a:tcPr>
                </a:tc>
              </a:tr>
              <a:tr h="227575">
                <a:tc vMerge="1"/>
                <a:tc>
                  <a:txBody>
                    <a:bodyPr/>
                    <a:lstStyle/>
                    <a:p>
                      <a:pPr indent="0" lvl="0" marL="0" marR="0" rtl="0" algn="l">
                        <a:spcBef>
                          <a:spcPts val="0"/>
                        </a:spcBef>
                        <a:spcAft>
                          <a:spcPts val="0"/>
                        </a:spcAft>
                        <a:buNone/>
                      </a:pPr>
                      <a:r>
                        <a:rPr lang="en-US" sz="1400" u="none" cap="none" strike="noStrike"/>
                        <a:t>Data Migration/Bootstrap/PAM-Policies</a:t>
                      </a:r>
                      <a:endParaRPr b="0" i="0" sz="1400" u="none" cap="none" strike="noStrike">
                        <a:solidFill>
                          <a:srgbClr val="000000"/>
                        </a:solidFill>
                        <a:latin typeface="Calibri"/>
                        <a:ea typeface="Calibri"/>
                        <a:cs typeface="Calibri"/>
                        <a:sym typeface="Calibri"/>
                      </a:endParaRPr>
                    </a:p>
                  </a:txBody>
                  <a:tcPr marT="9525" marB="0" marR="9525" marL="9525" anchor="b"/>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R</a:t>
                      </a:r>
                      <a:endParaRPr/>
                    </a:p>
                  </a:txBody>
                  <a:tcPr marT="9525" marB="0" marR="9525" marL="9525" anchor="ctr"/>
                </a:tc>
                <a:tc>
                  <a:txBody>
                    <a:bodyPr/>
                    <a:lstStyle/>
                    <a:p>
                      <a:pPr indent="0" lvl="0" marL="0" marR="0" rtl="0" algn="ctr">
                        <a:spcBef>
                          <a:spcPts val="0"/>
                        </a:spcBef>
                        <a:spcAft>
                          <a:spcPts val="0"/>
                        </a:spcAft>
                        <a:buNone/>
                      </a:pPr>
                      <a:r>
                        <a:rPr b="0" i="0" lang="en-US" sz="1400" u="none" cap="none" strike="noStrike">
                          <a:solidFill>
                            <a:srgbClr val="000000"/>
                          </a:solidFill>
                          <a:latin typeface="Calibri"/>
                          <a:ea typeface="Calibri"/>
                          <a:cs typeface="Calibri"/>
                          <a:sym typeface="Calibri"/>
                        </a:rPr>
                        <a:t>A</a:t>
                      </a:r>
                      <a:endParaRPr/>
                    </a:p>
                  </a:txBody>
                  <a:tcPr marT="9525" marB="0" marR="9525" marL="9525" anchor="ctr"/>
                </a:tc>
              </a:tr>
            </a:tbl>
          </a:graphicData>
        </a:graphic>
      </p:graphicFrame>
      <p:sp>
        <p:nvSpPr>
          <p:cNvPr id="339" name="Google Shape;339;p10"/>
          <p:cNvSpPr txBox="1"/>
          <p:nvPr/>
        </p:nvSpPr>
        <p:spPr>
          <a:xfrm>
            <a:off x="320879" y="877476"/>
            <a:ext cx="102744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venir"/>
              <a:buNone/>
            </a:pPr>
            <a:r>
              <a:rPr b="0" i="0" lang="en-US" sz="1800" u="none" cap="none" strike="noStrike">
                <a:solidFill>
                  <a:schemeClr val="lt1"/>
                </a:solidFill>
                <a:latin typeface="Avenir"/>
                <a:ea typeface="Avenir"/>
                <a:cs typeface="Avenir"/>
                <a:sym typeface="Avenir"/>
              </a:rPr>
              <a:t>R – Responsible | A - Accountable | C - Consulted | I - Informed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1"/>
          <p:cNvSpPr txBox="1"/>
          <p:nvPr/>
        </p:nvSpPr>
        <p:spPr>
          <a:xfrm>
            <a:off x="375157" y="202320"/>
            <a:ext cx="11441684" cy="523220"/>
          </a:xfrm>
          <a:prstGeom prst="rect">
            <a:avLst/>
          </a:prstGeom>
          <a:noFill/>
          <a:ln>
            <a:noFill/>
          </a:ln>
        </p:spPr>
        <p:txBody>
          <a:bodyPr anchorCtr="0" anchor="ctr" bIns="0" lIns="0" spcFirstLastPara="1" rIns="0" wrap="square" tIns="0">
            <a:normAutofit fontScale="92500" lnSpcReduction="10000"/>
          </a:bodyPr>
          <a:lstStyle/>
          <a:p>
            <a:pPr indent="0" lvl="0" marL="0" marR="0" rtl="0" algn="l">
              <a:lnSpc>
                <a:spcPct val="100000"/>
              </a:lnSpc>
              <a:spcBef>
                <a:spcPts val="0"/>
              </a:spcBef>
              <a:spcAft>
                <a:spcPts val="0"/>
              </a:spcAft>
              <a:buClr>
                <a:srgbClr val="F7941D"/>
              </a:buClr>
              <a:buSzPct val="100000"/>
              <a:buFont typeface="Rubik Light"/>
              <a:buNone/>
            </a:pPr>
            <a:r>
              <a:t/>
            </a:r>
            <a:endParaRPr i="0" sz="4000" cap="none">
              <a:solidFill>
                <a:srgbClr val="FABD2F"/>
              </a:solidFill>
              <a:latin typeface="Rubik Light"/>
              <a:ea typeface="Rubik Light"/>
              <a:cs typeface="Rubik Light"/>
              <a:sym typeface="Rubik Light"/>
            </a:endParaRPr>
          </a:p>
        </p:txBody>
      </p:sp>
      <p:sp>
        <p:nvSpPr>
          <p:cNvPr id="345" name="Google Shape;345;p11"/>
          <p:cNvSpPr txBox="1"/>
          <p:nvPr/>
        </p:nvSpPr>
        <p:spPr>
          <a:xfrm>
            <a:off x="542937" y="3580187"/>
            <a:ext cx="2300958" cy="1851789"/>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rgbClr val="FFFFFF"/>
              </a:buClr>
              <a:buSzPts val="1600"/>
              <a:buFont typeface="Arial"/>
              <a:buChar char="•"/>
            </a:pPr>
            <a:r>
              <a:rPr lang="en-US" sz="1600">
                <a:solidFill>
                  <a:srgbClr val="FFFFFF"/>
                </a:solidFill>
                <a:latin typeface="Avenir"/>
                <a:ea typeface="Avenir"/>
                <a:cs typeface="Avenir"/>
                <a:sym typeface="Avenir"/>
              </a:rPr>
              <a:t>SOW sign-off</a:t>
            </a:r>
            <a:endParaRPr/>
          </a:p>
          <a:p>
            <a:pPr indent="-184150" lvl="0" marL="285750" marR="0" rtl="0" algn="ctr">
              <a:spcBef>
                <a:spcPts val="450"/>
              </a:spcBef>
              <a:spcAft>
                <a:spcPts val="0"/>
              </a:spcAft>
              <a:buClr>
                <a:schemeClr val="dk1"/>
              </a:buClr>
              <a:buSzPts val="1600"/>
              <a:buFont typeface="Arial"/>
              <a:buNone/>
            </a:pPr>
            <a:r>
              <a:t/>
            </a:r>
            <a:endParaRPr sz="1600">
              <a:solidFill>
                <a:srgbClr val="FFFFFF"/>
              </a:solidFill>
              <a:latin typeface="Avenir"/>
              <a:ea typeface="Avenir"/>
              <a:cs typeface="Avenir"/>
              <a:sym typeface="Avenir"/>
            </a:endParaRPr>
          </a:p>
          <a:p>
            <a:pPr indent="-285750" lvl="0" marL="285750" marR="0" rtl="0" algn="l">
              <a:spcBef>
                <a:spcPts val="450"/>
              </a:spcBef>
              <a:spcAft>
                <a:spcPts val="0"/>
              </a:spcAft>
              <a:buClr>
                <a:srgbClr val="FFFFFF"/>
              </a:buClr>
              <a:buSzPts val="1600"/>
              <a:buFont typeface="Arial"/>
              <a:buChar char="•"/>
            </a:pPr>
            <a:r>
              <a:rPr lang="en-US" sz="1600">
                <a:solidFill>
                  <a:srgbClr val="FFFFFF"/>
                </a:solidFill>
                <a:latin typeface="Avenir"/>
                <a:ea typeface="Avenir"/>
                <a:cs typeface="Avenir"/>
                <a:sym typeface="Avenir"/>
              </a:rPr>
              <a:t>Identify and share key point of contacts (POCs) to facilitate discovery and implementation</a:t>
            </a:r>
            <a:endParaRPr sz="1600">
              <a:solidFill>
                <a:schemeClr val="lt1"/>
              </a:solidFill>
              <a:latin typeface="Avenir"/>
              <a:ea typeface="Avenir"/>
              <a:cs typeface="Avenir"/>
              <a:sym typeface="Avenir"/>
            </a:endParaRPr>
          </a:p>
        </p:txBody>
      </p:sp>
      <p:sp>
        <p:nvSpPr>
          <p:cNvPr id="346" name="Google Shape;346;p11"/>
          <p:cNvSpPr txBox="1"/>
          <p:nvPr/>
        </p:nvSpPr>
        <p:spPr>
          <a:xfrm>
            <a:off x="3528015" y="3630022"/>
            <a:ext cx="2300958" cy="984885"/>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rgbClr val="FFFFFF"/>
              </a:buClr>
              <a:buSzPts val="1600"/>
              <a:buFont typeface="Arial"/>
              <a:buChar char="•"/>
            </a:pPr>
            <a:r>
              <a:rPr lang="en-US" sz="1600">
                <a:solidFill>
                  <a:srgbClr val="FFFFFF"/>
                </a:solidFill>
                <a:latin typeface="Avenir"/>
                <a:ea typeface="Avenir"/>
                <a:cs typeface="Avenir"/>
                <a:sym typeface="Avenir"/>
              </a:rPr>
              <a:t>Prepare requirement gathering artifacts, templates for solution design</a:t>
            </a:r>
            <a:endParaRPr/>
          </a:p>
        </p:txBody>
      </p:sp>
      <p:sp>
        <p:nvSpPr>
          <p:cNvPr id="347" name="Google Shape;347;p11"/>
          <p:cNvSpPr txBox="1"/>
          <p:nvPr>
            <p:ph type="title"/>
          </p:nvPr>
        </p:nvSpPr>
        <p:spPr>
          <a:xfrm>
            <a:off x="422572" y="434278"/>
            <a:ext cx="11346857" cy="44319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3200"/>
              <a:buFont typeface="Montserrat SemiBold"/>
              <a:buNone/>
            </a:pPr>
            <a:r>
              <a:rPr lang="en-US"/>
              <a:t>Key Action Items (Next Steps)</a:t>
            </a:r>
            <a:endParaRPr/>
          </a:p>
        </p:txBody>
      </p:sp>
      <p:sp>
        <p:nvSpPr>
          <p:cNvPr id="348" name="Google Shape;348;p11"/>
          <p:cNvSpPr txBox="1"/>
          <p:nvPr/>
        </p:nvSpPr>
        <p:spPr>
          <a:xfrm>
            <a:off x="1236216" y="1914941"/>
            <a:ext cx="914400" cy="83099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5400">
                <a:solidFill>
                  <a:schemeClr val="lt1"/>
                </a:solidFill>
                <a:latin typeface="Montserrat Black"/>
                <a:ea typeface="Montserrat Black"/>
                <a:cs typeface="Montserrat Black"/>
                <a:sym typeface="Montserrat Black"/>
              </a:rPr>
              <a:t>01</a:t>
            </a:r>
            <a:endParaRPr/>
          </a:p>
        </p:txBody>
      </p:sp>
      <p:sp>
        <p:nvSpPr>
          <p:cNvPr id="349" name="Google Shape;349;p11"/>
          <p:cNvSpPr txBox="1"/>
          <p:nvPr/>
        </p:nvSpPr>
        <p:spPr>
          <a:xfrm>
            <a:off x="4171272" y="1914941"/>
            <a:ext cx="914400" cy="83099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5400">
                <a:solidFill>
                  <a:schemeClr val="lt1"/>
                </a:solidFill>
                <a:latin typeface="Montserrat Black"/>
                <a:ea typeface="Montserrat Black"/>
                <a:cs typeface="Montserrat Black"/>
                <a:sym typeface="Montserrat Black"/>
              </a:rPr>
              <a:t>02</a:t>
            </a:r>
            <a:endParaRPr/>
          </a:p>
        </p:txBody>
      </p:sp>
      <p:sp>
        <p:nvSpPr>
          <p:cNvPr id="350" name="Google Shape;350;p11"/>
          <p:cNvSpPr txBox="1"/>
          <p:nvPr/>
        </p:nvSpPr>
        <p:spPr>
          <a:xfrm>
            <a:off x="7106328" y="1914941"/>
            <a:ext cx="914400" cy="83099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5400">
                <a:solidFill>
                  <a:schemeClr val="lt1"/>
                </a:solidFill>
                <a:latin typeface="Montserrat Black"/>
                <a:ea typeface="Montserrat Black"/>
                <a:cs typeface="Montserrat Black"/>
                <a:sym typeface="Montserrat Black"/>
              </a:rPr>
              <a:t>03</a:t>
            </a:r>
            <a:endParaRPr/>
          </a:p>
        </p:txBody>
      </p:sp>
      <p:sp>
        <p:nvSpPr>
          <p:cNvPr id="351" name="Google Shape;351;p11"/>
          <p:cNvSpPr txBox="1"/>
          <p:nvPr/>
        </p:nvSpPr>
        <p:spPr>
          <a:xfrm>
            <a:off x="9889184" y="1914941"/>
            <a:ext cx="1218800" cy="83099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5400">
                <a:solidFill>
                  <a:schemeClr val="lt1"/>
                </a:solidFill>
                <a:latin typeface="Montserrat Black"/>
                <a:ea typeface="Montserrat Black"/>
                <a:cs typeface="Montserrat Black"/>
                <a:sym typeface="Montserrat Black"/>
              </a:rPr>
              <a:t>04</a:t>
            </a:r>
            <a:endParaRPr/>
          </a:p>
        </p:txBody>
      </p:sp>
      <p:cxnSp>
        <p:nvCxnSpPr>
          <p:cNvPr id="352" name="Google Shape;352;p11"/>
          <p:cNvCxnSpPr/>
          <p:nvPr/>
        </p:nvCxnSpPr>
        <p:spPr>
          <a:xfrm>
            <a:off x="0" y="3133125"/>
            <a:ext cx="11760200" cy="0"/>
          </a:xfrm>
          <a:prstGeom prst="straightConnector1">
            <a:avLst/>
          </a:prstGeom>
          <a:noFill/>
          <a:ln cap="flat" cmpd="sng" w="19050">
            <a:solidFill>
              <a:schemeClr val="lt1"/>
            </a:solidFill>
            <a:prstDash val="solid"/>
            <a:round/>
            <a:headEnd len="sm" w="sm" type="none"/>
            <a:tailEnd len="lg" w="lg" type="triangle"/>
          </a:ln>
        </p:spPr>
      </p:cxnSp>
      <p:grpSp>
        <p:nvGrpSpPr>
          <p:cNvPr id="353" name="Google Shape;353;p11"/>
          <p:cNvGrpSpPr/>
          <p:nvPr/>
        </p:nvGrpSpPr>
        <p:grpSpPr>
          <a:xfrm>
            <a:off x="1576536" y="3016247"/>
            <a:ext cx="233760" cy="233758"/>
            <a:chOff x="1130696" y="2578097"/>
            <a:chExt cx="233760" cy="233758"/>
          </a:xfrm>
        </p:grpSpPr>
        <p:sp>
          <p:nvSpPr>
            <p:cNvPr id="354" name="Google Shape;354;p11"/>
            <p:cNvSpPr/>
            <p:nvPr/>
          </p:nvSpPr>
          <p:spPr>
            <a:xfrm>
              <a:off x="1168800" y="2616200"/>
              <a:ext cx="157551" cy="1575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55" name="Google Shape;355;p11"/>
            <p:cNvSpPr/>
            <p:nvPr/>
          </p:nvSpPr>
          <p:spPr>
            <a:xfrm>
              <a:off x="1197552" y="2644952"/>
              <a:ext cx="100046" cy="100046"/>
            </a:xfrm>
            <a:prstGeom prst="ellipse">
              <a:avLst/>
            </a:prstGeom>
            <a:solidFill>
              <a:srgbClr val="103F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56" name="Google Shape;356;p11"/>
            <p:cNvSpPr/>
            <p:nvPr/>
          </p:nvSpPr>
          <p:spPr>
            <a:xfrm>
              <a:off x="1130696" y="2578097"/>
              <a:ext cx="233760" cy="233758"/>
            </a:xfrm>
            <a:prstGeom prst="donut">
              <a:avLst>
                <a:gd fmla="val 5155"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grpSp>
      <p:grpSp>
        <p:nvGrpSpPr>
          <p:cNvPr id="357" name="Google Shape;357;p11"/>
          <p:cNvGrpSpPr/>
          <p:nvPr/>
        </p:nvGrpSpPr>
        <p:grpSpPr>
          <a:xfrm>
            <a:off x="4511592" y="3016247"/>
            <a:ext cx="233760" cy="233758"/>
            <a:chOff x="1130696" y="2578097"/>
            <a:chExt cx="233760" cy="233758"/>
          </a:xfrm>
        </p:grpSpPr>
        <p:sp>
          <p:nvSpPr>
            <p:cNvPr id="358" name="Google Shape;358;p11"/>
            <p:cNvSpPr/>
            <p:nvPr/>
          </p:nvSpPr>
          <p:spPr>
            <a:xfrm>
              <a:off x="1168800" y="2616200"/>
              <a:ext cx="157551" cy="1575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59" name="Google Shape;359;p11"/>
            <p:cNvSpPr/>
            <p:nvPr/>
          </p:nvSpPr>
          <p:spPr>
            <a:xfrm>
              <a:off x="1197552" y="2644952"/>
              <a:ext cx="100046" cy="100046"/>
            </a:xfrm>
            <a:prstGeom prst="ellipse">
              <a:avLst/>
            </a:prstGeom>
            <a:solidFill>
              <a:srgbClr val="103F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60" name="Google Shape;360;p11"/>
            <p:cNvSpPr/>
            <p:nvPr/>
          </p:nvSpPr>
          <p:spPr>
            <a:xfrm>
              <a:off x="1130696" y="2578097"/>
              <a:ext cx="233760" cy="233758"/>
            </a:xfrm>
            <a:prstGeom prst="donut">
              <a:avLst>
                <a:gd fmla="val 5155"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grpSp>
      <p:grpSp>
        <p:nvGrpSpPr>
          <p:cNvPr id="361" name="Google Shape;361;p11"/>
          <p:cNvGrpSpPr/>
          <p:nvPr/>
        </p:nvGrpSpPr>
        <p:grpSpPr>
          <a:xfrm>
            <a:off x="7446648" y="3016247"/>
            <a:ext cx="233760" cy="233758"/>
            <a:chOff x="1130696" y="2578097"/>
            <a:chExt cx="233760" cy="233758"/>
          </a:xfrm>
        </p:grpSpPr>
        <p:sp>
          <p:nvSpPr>
            <p:cNvPr id="362" name="Google Shape;362;p11"/>
            <p:cNvSpPr/>
            <p:nvPr/>
          </p:nvSpPr>
          <p:spPr>
            <a:xfrm>
              <a:off x="1168800" y="2616200"/>
              <a:ext cx="157551" cy="1575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63" name="Google Shape;363;p11"/>
            <p:cNvSpPr/>
            <p:nvPr/>
          </p:nvSpPr>
          <p:spPr>
            <a:xfrm>
              <a:off x="1197552" y="2644952"/>
              <a:ext cx="100046" cy="100046"/>
            </a:xfrm>
            <a:prstGeom prst="ellipse">
              <a:avLst/>
            </a:prstGeom>
            <a:solidFill>
              <a:srgbClr val="103F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64" name="Google Shape;364;p11"/>
            <p:cNvSpPr/>
            <p:nvPr/>
          </p:nvSpPr>
          <p:spPr>
            <a:xfrm>
              <a:off x="1130696" y="2578097"/>
              <a:ext cx="233760" cy="233758"/>
            </a:xfrm>
            <a:prstGeom prst="donut">
              <a:avLst>
                <a:gd fmla="val 5155"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grpSp>
      <p:grpSp>
        <p:nvGrpSpPr>
          <p:cNvPr id="365" name="Google Shape;365;p11"/>
          <p:cNvGrpSpPr/>
          <p:nvPr/>
        </p:nvGrpSpPr>
        <p:grpSpPr>
          <a:xfrm>
            <a:off x="10381704" y="3016247"/>
            <a:ext cx="233760" cy="233758"/>
            <a:chOff x="1130696" y="2578097"/>
            <a:chExt cx="233760" cy="233758"/>
          </a:xfrm>
        </p:grpSpPr>
        <p:sp>
          <p:nvSpPr>
            <p:cNvPr id="366" name="Google Shape;366;p11"/>
            <p:cNvSpPr/>
            <p:nvPr/>
          </p:nvSpPr>
          <p:spPr>
            <a:xfrm>
              <a:off x="1168800" y="2616200"/>
              <a:ext cx="157551" cy="1575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67" name="Google Shape;367;p11"/>
            <p:cNvSpPr/>
            <p:nvPr/>
          </p:nvSpPr>
          <p:spPr>
            <a:xfrm>
              <a:off x="1197552" y="2644952"/>
              <a:ext cx="100046" cy="100046"/>
            </a:xfrm>
            <a:prstGeom prst="ellipse">
              <a:avLst/>
            </a:prstGeom>
            <a:solidFill>
              <a:srgbClr val="103F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68" name="Google Shape;368;p11"/>
            <p:cNvSpPr/>
            <p:nvPr/>
          </p:nvSpPr>
          <p:spPr>
            <a:xfrm>
              <a:off x="1130696" y="2578097"/>
              <a:ext cx="233760" cy="233758"/>
            </a:xfrm>
            <a:prstGeom prst="donut">
              <a:avLst>
                <a:gd fmla="val 5155"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grpSp>
      <p:sp>
        <p:nvSpPr>
          <p:cNvPr id="369" name="Google Shape;369;p11"/>
          <p:cNvSpPr txBox="1"/>
          <p:nvPr/>
        </p:nvSpPr>
        <p:spPr>
          <a:xfrm>
            <a:off x="9398127" y="3624418"/>
            <a:ext cx="2300958" cy="1049005"/>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chemeClr val="lt1"/>
              </a:buClr>
              <a:buSzPts val="1600"/>
              <a:buFont typeface="Arial"/>
              <a:buChar char="•"/>
            </a:pPr>
            <a:r>
              <a:rPr lang="en-US" sz="1600">
                <a:solidFill>
                  <a:schemeClr val="lt1"/>
                </a:solidFill>
                <a:latin typeface="Avenir"/>
                <a:ea typeface="Avenir"/>
                <a:cs typeface="Avenir"/>
                <a:sym typeface="Avenir"/>
              </a:rPr>
              <a:t>Schedule project update cadence meetings</a:t>
            </a:r>
            <a:endParaRPr/>
          </a:p>
          <a:p>
            <a:pPr indent="0" lvl="0" marL="0" marR="0" rtl="0" algn="ctr">
              <a:spcBef>
                <a:spcPts val="450"/>
              </a:spcBef>
              <a:spcAft>
                <a:spcPts val="0"/>
              </a:spcAft>
              <a:buNone/>
            </a:pPr>
            <a:r>
              <a:t/>
            </a:r>
            <a:endParaRPr sz="1600">
              <a:solidFill>
                <a:srgbClr val="FFFFFF"/>
              </a:solidFill>
              <a:latin typeface="Avenir"/>
              <a:ea typeface="Avenir"/>
              <a:cs typeface="Avenir"/>
              <a:sym typeface="Avenir"/>
            </a:endParaRPr>
          </a:p>
        </p:txBody>
      </p:sp>
      <p:sp>
        <p:nvSpPr>
          <p:cNvPr id="370" name="Google Shape;370;p11"/>
          <p:cNvSpPr txBox="1"/>
          <p:nvPr/>
        </p:nvSpPr>
        <p:spPr>
          <a:xfrm>
            <a:off x="6491824" y="3630021"/>
            <a:ext cx="2300958" cy="1231106"/>
          </a:xfrm>
          <a:prstGeom prst="rect">
            <a:avLst/>
          </a:prstGeom>
          <a:noFill/>
          <a:ln>
            <a:noFill/>
          </a:ln>
        </p:spPr>
        <p:txBody>
          <a:bodyPr anchorCtr="0" anchor="t" bIns="0" lIns="0" spcFirstLastPara="1" rIns="0" wrap="square" tIns="0">
            <a:spAutoFit/>
          </a:bodyPr>
          <a:lstStyle/>
          <a:p>
            <a:pPr indent="-285750" lvl="0" marL="285750" marR="0" rtl="0" algn="l">
              <a:spcBef>
                <a:spcPts val="0"/>
              </a:spcBef>
              <a:spcAft>
                <a:spcPts val="0"/>
              </a:spcAft>
              <a:buClr>
                <a:srgbClr val="FFFFFF"/>
              </a:buClr>
              <a:buSzPts val="1600"/>
              <a:buFont typeface="Arial"/>
              <a:buChar char="•"/>
            </a:pPr>
            <a:r>
              <a:rPr lang="en-US" sz="1600">
                <a:solidFill>
                  <a:srgbClr val="FFFFFF"/>
                </a:solidFill>
                <a:latin typeface="Avenir"/>
                <a:ea typeface="Avenir"/>
                <a:cs typeface="Avenir"/>
                <a:sym typeface="Avenir"/>
              </a:rPr>
              <a:t>Plan and schedule all discovery sessions between [CUSTOMER]  and [PARTNER]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2"/>
          <p:cNvSpPr txBox="1"/>
          <p:nvPr/>
        </p:nvSpPr>
        <p:spPr>
          <a:xfrm>
            <a:off x="638200" y="471675"/>
            <a:ext cx="10195200" cy="948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5400"/>
              <a:buFont typeface="Manrope ExtraBold"/>
              <a:buNone/>
            </a:pPr>
            <a:r>
              <a:rPr b="0" i="0" lang="en-US" sz="4400" u="none" cap="none" strike="noStrike">
                <a:solidFill>
                  <a:schemeClr val="dk1"/>
                </a:solidFill>
                <a:latin typeface="Manrope ExtraBold"/>
                <a:ea typeface="Manrope ExtraBold"/>
                <a:cs typeface="Manrope ExtraBold"/>
                <a:sym typeface="Manrope ExtraBold"/>
              </a:rPr>
              <a:t>Learn</a:t>
            </a:r>
            <a:r>
              <a:rPr b="1" i="0" lang="en-US" sz="5400" u="none" cap="none" strike="noStrike">
                <a:solidFill>
                  <a:schemeClr val="dk1"/>
                </a:solidFill>
                <a:latin typeface="Manrope ExtraBold"/>
                <a:ea typeface="Manrope ExtraBold"/>
                <a:cs typeface="Manrope ExtraBold"/>
                <a:sym typeface="Manrope ExtraBold"/>
              </a:rPr>
              <a:t> </a:t>
            </a:r>
            <a:r>
              <a:rPr b="0" i="0" lang="en-US" sz="4400" u="none" cap="none" strike="noStrike">
                <a:solidFill>
                  <a:schemeClr val="dk1"/>
                </a:solidFill>
                <a:latin typeface="Manrope ExtraBold"/>
                <a:ea typeface="Manrope ExtraBold"/>
                <a:cs typeface="Manrope ExtraBold"/>
                <a:sym typeface="Manrope ExtraBold"/>
              </a:rPr>
              <a:t>more</a:t>
            </a:r>
            <a:endParaRPr b="0" i="0" sz="1400" u="none" cap="none" strike="noStrike">
              <a:solidFill>
                <a:srgbClr val="000000"/>
              </a:solidFill>
              <a:latin typeface="Arial"/>
              <a:ea typeface="Arial"/>
              <a:cs typeface="Arial"/>
              <a:sym typeface="Arial"/>
            </a:endParaRPr>
          </a:p>
        </p:txBody>
      </p:sp>
      <p:sp>
        <p:nvSpPr>
          <p:cNvPr id="376" name="Google Shape;376;p12"/>
          <p:cNvSpPr txBox="1"/>
          <p:nvPr/>
        </p:nvSpPr>
        <p:spPr>
          <a:xfrm>
            <a:off x="345057" y="1597800"/>
            <a:ext cx="9128193" cy="4320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chemeClr val="dk1"/>
              </a:buClr>
              <a:buSzPts val="1600"/>
              <a:buFont typeface="Arial"/>
              <a:buNone/>
            </a:pPr>
            <a:r>
              <a:rPr b="0" i="0" lang="en-US" sz="2000" u="none" cap="none" strike="noStrike">
                <a:solidFill>
                  <a:schemeClr val="dk1"/>
                </a:solidFill>
                <a:latin typeface="Manrope"/>
                <a:ea typeface="Manrope"/>
                <a:cs typeface="Manrope"/>
                <a:sym typeface="Manrope"/>
              </a:rPr>
              <a:t>To learn more about Saviynt Solutions Exchange, visit our website </a:t>
            </a:r>
            <a:br>
              <a:rPr b="0" i="0" lang="en-US" sz="2000" u="none" cap="none" strike="noStrike">
                <a:solidFill>
                  <a:schemeClr val="dk1"/>
                </a:solidFill>
                <a:latin typeface="Manrope"/>
                <a:ea typeface="Manrope"/>
                <a:cs typeface="Manrope"/>
                <a:sym typeface="Manrope"/>
              </a:rPr>
            </a:br>
            <a:r>
              <a:rPr b="0" i="0" lang="en-US" sz="2000" u="none" cap="none" strike="noStrike">
                <a:solidFill>
                  <a:schemeClr val="dk1"/>
                </a:solidFill>
                <a:latin typeface="Manrope"/>
                <a:ea typeface="Manrope"/>
                <a:cs typeface="Manrope"/>
                <a:sym typeface="Manrope"/>
              </a:rPr>
              <a:t>	</a:t>
            </a:r>
            <a:r>
              <a:rPr b="0" i="0" lang="en-US" sz="2000" u="sng" cap="none" strike="noStrike">
                <a:solidFill>
                  <a:schemeClr val="dk1"/>
                </a:solidFill>
                <a:latin typeface="Manrope"/>
                <a:ea typeface="Manrope"/>
                <a:cs typeface="Manrope"/>
                <a:sym typeface="Manrope"/>
                <a:hlinkClick r:id="rId3">
                  <a:extLst>
                    <a:ext uri="{A12FA001-AC4F-418D-AE19-62706E023703}">
                      <ahyp:hlinkClr val="tx"/>
                    </a:ext>
                  </a:extLst>
                </a:hlinkClick>
              </a:rPr>
              <a:t>https://saviynt.com/exchange/solutions</a:t>
            </a:r>
            <a:endParaRPr b="0" i="0" sz="2000" u="none" cap="none" strike="noStrike">
              <a:solidFill>
                <a:schemeClr val="dk1"/>
              </a:solidFill>
              <a:latin typeface="Manrope"/>
              <a:ea typeface="Manrope"/>
              <a:cs typeface="Manrope"/>
              <a:sym typeface="Manrope"/>
            </a:endParaRPr>
          </a:p>
          <a:p>
            <a:pPr indent="0" lvl="0" marL="0" marR="0" rtl="0" algn="l">
              <a:lnSpc>
                <a:spcPct val="140000"/>
              </a:lnSpc>
              <a:spcBef>
                <a:spcPts val="1000"/>
              </a:spcBef>
              <a:spcAft>
                <a:spcPts val="0"/>
              </a:spcAft>
              <a:buClr>
                <a:schemeClr val="dk1"/>
              </a:buClr>
              <a:buSzPts val="1600"/>
              <a:buFont typeface="Arial"/>
              <a:buNone/>
            </a:pPr>
            <a:r>
              <a:rPr b="0" i="0" lang="en-US" sz="2000" u="none" cap="none" strike="noStrike">
                <a:solidFill>
                  <a:schemeClr val="dk1"/>
                </a:solidFill>
                <a:latin typeface="Manrope"/>
                <a:ea typeface="Manrope"/>
                <a:cs typeface="Manrope"/>
                <a:sym typeface="Manrope"/>
              </a:rPr>
              <a:t>Questions? Contact our team.</a:t>
            </a:r>
            <a:endParaRPr b="0" i="0" sz="2000" u="none" cap="none" strike="noStrike">
              <a:solidFill>
                <a:srgbClr val="000000"/>
              </a:solidFill>
              <a:latin typeface="Arial"/>
              <a:ea typeface="Arial"/>
              <a:cs typeface="Arial"/>
              <a:sym typeface="Arial"/>
            </a:endParaRPr>
          </a:p>
          <a:p>
            <a:pPr indent="0" lvl="0" marL="0" marR="0" rtl="0" algn="l">
              <a:lnSpc>
                <a:spcPct val="140000"/>
              </a:lnSpc>
              <a:spcBef>
                <a:spcPts val="1000"/>
              </a:spcBef>
              <a:spcAft>
                <a:spcPts val="0"/>
              </a:spcAft>
              <a:buClr>
                <a:schemeClr val="dk1"/>
              </a:buClr>
              <a:buSzPts val="1600"/>
              <a:buFont typeface="Arial"/>
              <a:buNone/>
            </a:pPr>
            <a:r>
              <a:rPr b="0" i="0" lang="en-US" sz="2000" u="none" cap="none" strike="noStrike">
                <a:solidFill>
                  <a:schemeClr val="dk1"/>
                </a:solidFill>
                <a:latin typeface="Manrope"/>
                <a:ea typeface="Manrope"/>
                <a:cs typeface="Manrope"/>
                <a:sym typeface="Manrope"/>
              </a:rPr>
              <a:t>Partner Solution Lead: 	</a:t>
            </a:r>
            <a:endParaRPr b="0" i="0" sz="2000" u="none" cap="none" strike="noStrike">
              <a:solidFill>
                <a:schemeClr val="dk1"/>
              </a:solidFill>
              <a:latin typeface="Manrope"/>
              <a:ea typeface="Manrope"/>
              <a:cs typeface="Manrope"/>
              <a:sym typeface="Manrope"/>
            </a:endParaRPr>
          </a:p>
          <a:p>
            <a:pPr indent="457200" lvl="0" marL="0" marR="0" rtl="0" algn="l">
              <a:lnSpc>
                <a:spcPct val="140000"/>
              </a:lnSpc>
              <a:spcBef>
                <a:spcPts val="1000"/>
              </a:spcBef>
              <a:spcAft>
                <a:spcPts val="0"/>
              </a:spcAft>
              <a:buClr>
                <a:schemeClr val="dk1"/>
              </a:buClr>
              <a:buSzPts val="1600"/>
              <a:buFont typeface="Arial"/>
              <a:buNone/>
            </a:pPr>
            <a:r>
              <a:rPr b="0" i="0" lang="en-US" sz="2000" u="none" cap="none" strike="noStrike">
                <a:solidFill>
                  <a:schemeClr val="dk1"/>
                </a:solidFill>
                <a:latin typeface="Manrope"/>
                <a:ea typeface="Manrope"/>
                <a:cs typeface="Manrope"/>
                <a:sym typeface="Manrope"/>
              </a:rPr>
              <a:t>Mudit Kumar Sharma, </a:t>
            </a:r>
            <a:br>
              <a:rPr b="0" i="0" lang="en-US" sz="2000" u="none" cap="none" strike="noStrike">
                <a:solidFill>
                  <a:schemeClr val="dk1"/>
                </a:solidFill>
                <a:latin typeface="Manrope"/>
                <a:ea typeface="Manrope"/>
                <a:cs typeface="Manrope"/>
                <a:sym typeface="Manrope"/>
              </a:rPr>
            </a:br>
            <a:r>
              <a:rPr b="0" i="0" lang="en-US" sz="2000" u="none" cap="none" strike="noStrike">
                <a:solidFill>
                  <a:schemeClr val="dk1"/>
                </a:solidFill>
                <a:latin typeface="Manrope"/>
                <a:ea typeface="Manrope"/>
                <a:cs typeface="Manrope"/>
                <a:sym typeface="Manrope"/>
              </a:rPr>
              <a:t>	Sr. Manager - Partner Solutions</a:t>
            </a:r>
            <a:br>
              <a:rPr b="0" i="0" lang="en-US" sz="2000" u="none" cap="none" strike="noStrike">
                <a:solidFill>
                  <a:schemeClr val="dk1"/>
                </a:solidFill>
                <a:latin typeface="Manrope"/>
                <a:ea typeface="Manrope"/>
                <a:cs typeface="Manrope"/>
                <a:sym typeface="Manrope"/>
              </a:rPr>
            </a:br>
            <a:r>
              <a:rPr b="0" i="0" lang="en-US" sz="2000" u="none" cap="none" strike="noStrike">
                <a:solidFill>
                  <a:schemeClr val="dk1"/>
                </a:solidFill>
                <a:latin typeface="Manrope"/>
                <a:ea typeface="Manrope"/>
                <a:cs typeface="Manrope"/>
                <a:sym typeface="Manrope"/>
              </a:rPr>
              <a:t>	mudit.sharma@saviynt.com</a:t>
            </a:r>
            <a:endParaRPr b="0" i="0" sz="2000" u="none" cap="none" strike="noStrike">
              <a:solidFill>
                <a:srgbClr val="000000"/>
              </a:solidFill>
              <a:latin typeface="Arial"/>
              <a:ea typeface="Arial"/>
              <a:cs typeface="Arial"/>
              <a:sym typeface="Arial"/>
            </a:endParaRPr>
          </a:p>
        </p:txBody>
      </p:sp>
      <p:sp>
        <p:nvSpPr>
          <p:cNvPr id="377" name="Google Shape;377;p12"/>
          <p:cNvSpPr txBox="1"/>
          <p:nvPr/>
        </p:nvSpPr>
        <p:spPr>
          <a:xfrm>
            <a:off x="9082050" y="2555025"/>
            <a:ext cx="28983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200"/>
              <a:buFont typeface="Arial"/>
              <a:buNone/>
            </a:pPr>
            <a:r>
              <a:rPr b="0" i="0" lang="en-US" sz="1800" u="none" cap="none" strike="noStrike">
                <a:solidFill>
                  <a:schemeClr val="dk1"/>
                </a:solidFill>
                <a:latin typeface="Arial"/>
                <a:ea typeface="Arial"/>
                <a:cs typeface="Arial"/>
                <a:sym typeface="Arial"/>
              </a:rPr>
              <a:t>Mudit</a:t>
            </a:r>
            <a:r>
              <a:rPr b="0" i="0" lang="en-US" sz="12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Sharma</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A5A5A5"/>
              </a:buClr>
              <a:buSzPts val="1200"/>
              <a:buFont typeface="Arial"/>
              <a:buNone/>
            </a:pPr>
            <a:r>
              <a:rPr b="0" i="0" lang="en-US" sz="1200" u="none" cap="none" strike="noStrike">
                <a:solidFill>
                  <a:schemeClr val="dk1"/>
                </a:solidFill>
                <a:latin typeface="Arial"/>
                <a:ea typeface="Arial"/>
                <a:cs typeface="Arial"/>
                <a:sym typeface="Arial"/>
              </a:rPr>
              <a:t>Partner Solutions</a:t>
            </a:r>
            <a:endParaRPr b="0" i="0" sz="18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378" name="Google Shape;378;p12"/>
          <p:cNvSpPr txBox="1"/>
          <p:nvPr/>
        </p:nvSpPr>
        <p:spPr>
          <a:xfrm>
            <a:off x="9473250" y="5209600"/>
            <a:ext cx="1972200" cy="110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A5A5A5"/>
              </a:buClr>
              <a:buSzPts val="1800"/>
              <a:buFont typeface="Arial"/>
              <a:buNone/>
            </a:pPr>
            <a:r>
              <a:rPr b="0" i="0" lang="en-US" sz="1800" u="none" cap="none" strike="noStrike">
                <a:solidFill>
                  <a:schemeClr val="dk1"/>
                </a:solidFill>
                <a:latin typeface="Arial"/>
                <a:ea typeface="Arial"/>
                <a:cs typeface="Arial"/>
                <a:sym typeface="Arial"/>
              </a:rPr>
              <a:t> Suraj Krishnaiah</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A5A5A5"/>
              </a:buClr>
              <a:buSzPts val="1200"/>
              <a:buFont typeface="Arial"/>
              <a:buNone/>
            </a:pPr>
            <a:r>
              <a:rPr b="0" i="0" lang="en-US" sz="1200" u="none" cap="none" strike="noStrike">
                <a:solidFill>
                  <a:schemeClr val="dk1"/>
                </a:solidFill>
                <a:latin typeface="Arial"/>
                <a:ea typeface="Arial"/>
                <a:cs typeface="Arial"/>
                <a:sym typeface="Arial"/>
              </a:rPr>
              <a:t>VP - Saviynt University</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79" name="Google Shape;379;p12"/>
          <p:cNvPicPr preferRelativeResize="0"/>
          <p:nvPr/>
        </p:nvPicPr>
        <p:blipFill rotWithShape="1">
          <a:blip r:embed="rId4">
            <a:alphaModFix/>
          </a:blip>
          <a:srcRect b="0" l="0" r="0" t="0"/>
          <a:stretch/>
        </p:blipFill>
        <p:spPr>
          <a:xfrm>
            <a:off x="9550550" y="3219450"/>
            <a:ext cx="1894900" cy="1756075"/>
          </a:xfrm>
          <a:prstGeom prst="rect">
            <a:avLst/>
          </a:prstGeom>
          <a:noFill/>
          <a:ln>
            <a:noFill/>
          </a:ln>
        </p:spPr>
      </p:pic>
      <p:pic>
        <p:nvPicPr>
          <p:cNvPr id="380" name="Google Shape;380;p12"/>
          <p:cNvPicPr preferRelativeResize="0"/>
          <p:nvPr/>
        </p:nvPicPr>
        <p:blipFill rotWithShape="1">
          <a:blip r:embed="rId5">
            <a:alphaModFix/>
          </a:blip>
          <a:srcRect b="0" l="0" r="0" t="0"/>
          <a:stretch/>
        </p:blipFill>
        <p:spPr>
          <a:xfrm>
            <a:off x="9499075" y="618800"/>
            <a:ext cx="2075575" cy="1936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13"/>
          <p:cNvPicPr preferRelativeResize="0"/>
          <p:nvPr/>
        </p:nvPicPr>
        <p:blipFill rotWithShape="1">
          <a:blip r:embed="rId3">
            <a:alphaModFix/>
          </a:blip>
          <a:srcRect b="0" l="0" r="0" t="0"/>
          <a:stretch/>
        </p:blipFill>
        <p:spPr>
          <a:xfrm>
            <a:off x="0" y="0"/>
            <a:ext cx="12192000" cy="6857999"/>
          </a:xfrm>
          <a:prstGeom prst="rect">
            <a:avLst/>
          </a:prstGeom>
          <a:noFill/>
          <a:ln>
            <a:noFill/>
          </a:ln>
        </p:spPr>
      </p:pic>
      <p:sp>
        <p:nvSpPr>
          <p:cNvPr id="386" name="Google Shape;386;p13"/>
          <p:cNvSpPr txBox="1"/>
          <p:nvPr/>
        </p:nvSpPr>
        <p:spPr>
          <a:xfrm>
            <a:off x="1435100" y="2976601"/>
            <a:ext cx="4786888"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6600"/>
              <a:buFont typeface="Rubik Black"/>
              <a:buNone/>
            </a:pPr>
            <a:r>
              <a:rPr b="1" i="0" lang="en-US" sz="6600" u="none" cap="none" strike="noStrike">
                <a:solidFill>
                  <a:srgbClr val="FFFFFF"/>
                </a:solidFill>
                <a:latin typeface="Rubik Black"/>
                <a:ea typeface="Rubik Black"/>
                <a:cs typeface="Rubik Black"/>
                <a:sym typeface="Rubik Black"/>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SavonVTI">
  <a:themeElements>
    <a:clrScheme name="Custom 38">
      <a:dk1>
        <a:srgbClr val="000000"/>
      </a:dk1>
      <a:lt1>
        <a:srgbClr val="FFFFFF"/>
      </a:lt1>
      <a:dk2>
        <a:srgbClr val="505046"/>
      </a:dk2>
      <a:lt2>
        <a:srgbClr val="EEECE1"/>
      </a:lt2>
      <a:accent1>
        <a:srgbClr val="EE462D"/>
      </a:accent1>
      <a:accent2>
        <a:srgbClr val="595A85"/>
      </a:accent2>
      <a:accent3>
        <a:srgbClr val="8D6F5B"/>
      </a:accent3>
      <a:accent4>
        <a:srgbClr val="FABD2F"/>
      </a:accent4>
      <a:accent5>
        <a:srgbClr val="AF8073"/>
      </a:accent5>
      <a:accent6>
        <a:srgbClr val="787880"/>
      </a:accent6>
      <a:hlink>
        <a:srgbClr val="CC8D00"/>
      </a:hlink>
      <a:folHlink>
        <a:srgbClr val="8282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avonVTI">
  <a:themeElements>
    <a:clrScheme name="Saviynt">
      <a:dk1>
        <a:srgbClr val="000000"/>
      </a:dk1>
      <a:lt1>
        <a:srgbClr val="FFFFFF"/>
      </a:lt1>
      <a:dk2>
        <a:srgbClr val="808080"/>
      </a:dk2>
      <a:lt2>
        <a:srgbClr val="DCDCDC"/>
      </a:lt2>
      <a:accent1>
        <a:srgbClr val="14385F"/>
      </a:accent1>
      <a:accent2>
        <a:srgbClr val="1371B9"/>
      </a:accent2>
      <a:accent3>
        <a:srgbClr val="3FA8F4"/>
      </a:accent3>
      <a:accent4>
        <a:srgbClr val="8AC8ED"/>
      </a:accent4>
      <a:accent5>
        <a:srgbClr val="6B6193"/>
      </a:accent5>
      <a:accent6>
        <a:srgbClr val="F7941D"/>
      </a:accent6>
      <a:hlink>
        <a:srgbClr val="07A286"/>
      </a:hlink>
      <a:folHlink>
        <a:srgbClr val="4454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2021-02-27T13:09:12Z</dcterms:created>
  <dc:creator>Pravin Agarwal</dc:creator>
</cp:coreProperties>
</file>